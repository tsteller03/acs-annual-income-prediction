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84" r:id="rId5"/>
    <p:sldId id="259" r:id="rId6"/>
    <p:sldId id="260" r:id="rId7"/>
    <p:sldId id="262" r:id="rId8"/>
    <p:sldId id="273" r:id="rId9"/>
    <p:sldId id="269" r:id="rId10"/>
    <p:sldId id="283" r:id="rId11"/>
    <p:sldId id="287" r:id="rId12"/>
    <p:sldId id="288" r:id="rId13"/>
    <p:sldId id="286" r:id="rId14"/>
    <p:sldId id="289" r:id="rId15"/>
    <p:sldId id="290" r:id="rId16"/>
    <p:sldId id="303" r:id="rId17"/>
    <p:sldId id="307" r:id="rId18"/>
    <p:sldId id="291" r:id="rId19"/>
    <p:sldId id="306" r:id="rId20"/>
    <p:sldId id="302" r:id="rId21"/>
    <p:sldId id="285" r:id="rId22"/>
    <p:sldId id="265" r:id="rId23"/>
    <p:sldId id="298" r:id="rId24"/>
    <p:sldId id="299" r:id="rId25"/>
    <p:sldId id="293" r:id="rId26"/>
    <p:sldId id="294" r:id="rId27"/>
    <p:sldId id="301" r:id="rId28"/>
    <p:sldId id="295" r:id="rId29"/>
    <p:sldId id="300" r:id="rId30"/>
    <p:sldId id="272" r:id="rId31"/>
    <p:sldId id="282" r:id="rId32"/>
    <p:sldId id="308" r:id="rId33"/>
    <p:sldId id="29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E6EA66-531B-42C3-BB8A-53F4611AB76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74F71F-B190-49E0-95C1-B559CA0F3963}">
      <dgm:prSet/>
      <dgm:spPr/>
      <dgm:t>
        <a:bodyPr/>
        <a:lstStyle/>
        <a:p>
          <a:r>
            <a:rPr lang="en-US"/>
            <a:t>American Community Survey, 5-year data (2018-2022)</a:t>
          </a:r>
        </a:p>
      </dgm:t>
    </dgm:pt>
    <dgm:pt modelId="{613BF89B-F50C-4104-AA96-CFC2E81C5830}" type="parTrans" cxnId="{27920844-844D-4575-8AE4-4EA8167427B5}">
      <dgm:prSet/>
      <dgm:spPr/>
      <dgm:t>
        <a:bodyPr/>
        <a:lstStyle/>
        <a:p>
          <a:endParaRPr lang="en-US"/>
        </a:p>
      </dgm:t>
    </dgm:pt>
    <dgm:pt modelId="{6BCF5965-410F-4849-ABC9-155C1697FA0B}" type="sibTrans" cxnId="{27920844-844D-4575-8AE4-4EA8167427B5}">
      <dgm:prSet/>
      <dgm:spPr/>
      <dgm:t>
        <a:bodyPr/>
        <a:lstStyle/>
        <a:p>
          <a:endParaRPr lang="en-US"/>
        </a:p>
      </dgm:t>
    </dgm:pt>
    <dgm:pt modelId="{7FD484C3-D89D-4B79-A539-4204B15EC247}">
      <dgm:prSet/>
      <dgm:spPr/>
      <dgm:t>
        <a:bodyPr/>
        <a:lstStyle/>
        <a:p>
          <a:r>
            <a:rPr lang="en-US" dirty="0"/>
            <a:t>Data from the US Census Bureau</a:t>
          </a:r>
        </a:p>
      </dgm:t>
    </dgm:pt>
    <dgm:pt modelId="{18A7FA86-40B6-4BFD-9FD2-2D6E5BA63D23}" type="parTrans" cxnId="{E05908C7-2CB8-4D1A-B8C0-53F5283CC936}">
      <dgm:prSet/>
      <dgm:spPr/>
      <dgm:t>
        <a:bodyPr/>
        <a:lstStyle/>
        <a:p>
          <a:endParaRPr lang="en-US"/>
        </a:p>
      </dgm:t>
    </dgm:pt>
    <dgm:pt modelId="{2C27EE1E-FF7D-4DE2-AB61-380D17814973}" type="sibTrans" cxnId="{E05908C7-2CB8-4D1A-B8C0-53F5283CC936}">
      <dgm:prSet/>
      <dgm:spPr/>
      <dgm:t>
        <a:bodyPr/>
        <a:lstStyle/>
        <a:p>
          <a:endParaRPr lang="en-US"/>
        </a:p>
      </dgm:t>
    </dgm:pt>
    <dgm:pt modelId="{95120959-1CE7-4AE3-9A41-248116D0BF41}">
      <dgm:prSet/>
      <dgm:spPr/>
      <dgm:t>
        <a:bodyPr/>
        <a:lstStyle/>
        <a:p>
          <a:r>
            <a:rPr lang="en-US"/>
            <a:t>Data accessed through tidycensus R package</a:t>
          </a:r>
        </a:p>
      </dgm:t>
    </dgm:pt>
    <dgm:pt modelId="{4F8F8DD2-595A-41BE-94A4-88B0E895F275}" type="parTrans" cxnId="{EDBABD39-9930-4882-9A54-316FB3E9DF2C}">
      <dgm:prSet/>
      <dgm:spPr/>
      <dgm:t>
        <a:bodyPr/>
        <a:lstStyle/>
        <a:p>
          <a:endParaRPr lang="en-US"/>
        </a:p>
      </dgm:t>
    </dgm:pt>
    <dgm:pt modelId="{7EE6787F-4319-4FE8-852F-0DC72BEE9CC4}" type="sibTrans" cxnId="{EDBABD39-9930-4882-9A54-316FB3E9DF2C}">
      <dgm:prSet/>
      <dgm:spPr/>
      <dgm:t>
        <a:bodyPr/>
        <a:lstStyle/>
        <a:p>
          <a:endParaRPr lang="en-US"/>
        </a:p>
      </dgm:t>
    </dgm:pt>
    <dgm:pt modelId="{C7AFC262-7C57-468F-97ED-5EF0D7282AFC}" type="pres">
      <dgm:prSet presAssocID="{ABE6EA66-531B-42C3-BB8A-53F4611AB76C}" presName="outerComposite" presStyleCnt="0">
        <dgm:presLayoutVars>
          <dgm:chMax val="5"/>
          <dgm:dir/>
          <dgm:resizeHandles val="exact"/>
        </dgm:presLayoutVars>
      </dgm:prSet>
      <dgm:spPr/>
    </dgm:pt>
    <dgm:pt modelId="{BC93D174-CF1B-438C-97CC-8C6F90401A0C}" type="pres">
      <dgm:prSet presAssocID="{ABE6EA66-531B-42C3-BB8A-53F4611AB76C}" presName="dummyMaxCanvas" presStyleCnt="0">
        <dgm:presLayoutVars/>
      </dgm:prSet>
      <dgm:spPr/>
    </dgm:pt>
    <dgm:pt modelId="{AF35CEF7-3DC6-468D-A4C6-FD1DE5CBF341}" type="pres">
      <dgm:prSet presAssocID="{ABE6EA66-531B-42C3-BB8A-53F4611AB76C}" presName="ThreeNodes_1" presStyleLbl="node1" presStyleIdx="0" presStyleCnt="3">
        <dgm:presLayoutVars>
          <dgm:bulletEnabled val="1"/>
        </dgm:presLayoutVars>
      </dgm:prSet>
      <dgm:spPr/>
    </dgm:pt>
    <dgm:pt modelId="{82EF8BBD-8417-4DB6-AF72-0D42B95136B0}" type="pres">
      <dgm:prSet presAssocID="{ABE6EA66-531B-42C3-BB8A-53F4611AB76C}" presName="ThreeNodes_2" presStyleLbl="node1" presStyleIdx="1" presStyleCnt="3">
        <dgm:presLayoutVars>
          <dgm:bulletEnabled val="1"/>
        </dgm:presLayoutVars>
      </dgm:prSet>
      <dgm:spPr/>
    </dgm:pt>
    <dgm:pt modelId="{B5F0BF7D-C013-43D4-A72F-F4E03E79CC2B}" type="pres">
      <dgm:prSet presAssocID="{ABE6EA66-531B-42C3-BB8A-53F4611AB76C}" presName="ThreeNodes_3" presStyleLbl="node1" presStyleIdx="2" presStyleCnt="3">
        <dgm:presLayoutVars>
          <dgm:bulletEnabled val="1"/>
        </dgm:presLayoutVars>
      </dgm:prSet>
      <dgm:spPr/>
    </dgm:pt>
    <dgm:pt modelId="{606B862F-886C-4841-A32D-9DA5F3FABC00}" type="pres">
      <dgm:prSet presAssocID="{ABE6EA66-531B-42C3-BB8A-53F4611AB76C}" presName="ThreeConn_1-2" presStyleLbl="fgAccFollowNode1" presStyleIdx="0" presStyleCnt="2">
        <dgm:presLayoutVars>
          <dgm:bulletEnabled val="1"/>
        </dgm:presLayoutVars>
      </dgm:prSet>
      <dgm:spPr/>
    </dgm:pt>
    <dgm:pt modelId="{0D23440A-FA0F-44DB-9369-9BC0DDEC009F}" type="pres">
      <dgm:prSet presAssocID="{ABE6EA66-531B-42C3-BB8A-53F4611AB76C}" presName="ThreeConn_2-3" presStyleLbl="fgAccFollowNode1" presStyleIdx="1" presStyleCnt="2">
        <dgm:presLayoutVars>
          <dgm:bulletEnabled val="1"/>
        </dgm:presLayoutVars>
      </dgm:prSet>
      <dgm:spPr/>
    </dgm:pt>
    <dgm:pt modelId="{7C5A2501-7A8C-4901-8DEC-F0E20EFE78DF}" type="pres">
      <dgm:prSet presAssocID="{ABE6EA66-531B-42C3-BB8A-53F4611AB76C}" presName="ThreeNodes_1_text" presStyleLbl="node1" presStyleIdx="2" presStyleCnt="3">
        <dgm:presLayoutVars>
          <dgm:bulletEnabled val="1"/>
        </dgm:presLayoutVars>
      </dgm:prSet>
      <dgm:spPr/>
    </dgm:pt>
    <dgm:pt modelId="{00F5E6C2-A462-44E6-A4B1-9CA92269E709}" type="pres">
      <dgm:prSet presAssocID="{ABE6EA66-531B-42C3-BB8A-53F4611AB76C}" presName="ThreeNodes_2_text" presStyleLbl="node1" presStyleIdx="2" presStyleCnt="3">
        <dgm:presLayoutVars>
          <dgm:bulletEnabled val="1"/>
        </dgm:presLayoutVars>
      </dgm:prSet>
      <dgm:spPr/>
    </dgm:pt>
    <dgm:pt modelId="{5CD7E5A2-143C-4935-A845-823500B3DFC9}" type="pres">
      <dgm:prSet presAssocID="{ABE6EA66-531B-42C3-BB8A-53F4611AB7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AC68802-94E2-4A33-863F-691A413C53C1}" type="presOf" srcId="{1474F71F-B190-49E0-95C1-B559CA0F3963}" destId="{AF35CEF7-3DC6-468D-A4C6-FD1DE5CBF341}" srcOrd="0" destOrd="0" presId="urn:microsoft.com/office/officeart/2005/8/layout/vProcess5"/>
    <dgm:cxn modelId="{6B919709-FC77-4D22-86D8-CE81BB4E6D70}" type="presOf" srcId="{2C27EE1E-FF7D-4DE2-AB61-380D17814973}" destId="{0D23440A-FA0F-44DB-9369-9BC0DDEC009F}" srcOrd="0" destOrd="0" presId="urn:microsoft.com/office/officeart/2005/8/layout/vProcess5"/>
    <dgm:cxn modelId="{CE8D7329-CC32-4EB9-9A2A-3DB93535D01A}" type="presOf" srcId="{7FD484C3-D89D-4B79-A539-4204B15EC247}" destId="{82EF8BBD-8417-4DB6-AF72-0D42B95136B0}" srcOrd="0" destOrd="0" presId="urn:microsoft.com/office/officeart/2005/8/layout/vProcess5"/>
    <dgm:cxn modelId="{EDBABD39-9930-4882-9A54-316FB3E9DF2C}" srcId="{ABE6EA66-531B-42C3-BB8A-53F4611AB76C}" destId="{95120959-1CE7-4AE3-9A41-248116D0BF41}" srcOrd="2" destOrd="0" parTransId="{4F8F8DD2-595A-41BE-94A4-88B0E895F275}" sibTransId="{7EE6787F-4319-4FE8-852F-0DC72BEE9CC4}"/>
    <dgm:cxn modelId="{1E4A395B-E731-484F-BA84-E1359941A72E}" type="presOf" srcId="{ABE6EA66-531B-42C3-BB8A-53F4611AB76C}" destId="{C7AFC262-7C57-468F-97ED-5EF0D7282AFC}" srcOrd="0" destOrd="0" presId="urn:microsoft.com/office/officeart/2005/8/layout/vProcess5"/>
    <dgm:cxn modelId="{27920844-844D-4575-8AE4-4EA8167427B5}" srcId="{ABE6EA66-531B-42C3-BB8A-53F4611AB76C}" destId="{1474F71F-B190-49E0-95C1-B559CA0F3963}" srcOrd="0" destOrd="0" parTransId="{613BF89B-F50C-4104-AA96-CFC2E81C5830}" sibTransId="{6BCF5965-410F-4849-ABC9-155C1697FA0B}"/>
    <dgm:cxn modelId="{2B924A50-54E2-4DDA-ACAC-37E42E1D3529}" type="presOf" srcId="{95120959-1CE7-4AE3-9A41-248116D0BF41}" destId="{B5F0BF7D-C013-43D4-A72F-F4E03E79CC2B}" srcOrd="0" destOrd="0" presId="urn:microsoft.com/office/officeart/2005/8/layout/vProcess5"/>
    <dgm:cxn modelId="{5EF71C52-22AF-4857-9749-12B79A582338}" type="presOf" srcId="{7FD484C3-D89D-4B79-A539-4204B15EC247}" destId="{00F5E6C2-A462-44E6-A4B1-9CA92269E709}" srcOrd="1" destOrd="0" presId="urn:microsoft.com/office/officeart/2005/8/layout/vProcess5"/>
    <dgm:cxn modelId="{166DB28A-17B3-4659-8F48-1A64E8E38FAD}" type="presOf" srcId="{1474F71F-B190-49E0-95C1-B559CA0F3963}" destId="{7C5A2501-7A8C-4901-8DEC-F0E20EFE78DF}" srcOrd="1" destOrd="0" presId="urn:microsoft.com/office/officeart/2005/8/layout/vProcess5"/>
    <dgm:cxn modelId="{DFC7EA9E-7B3C-47A4-B88F-4611A7D11D02}" type="presOf" srcId="{6BCF5965-410F-4849-ABC9-155C1697FA0B}" destId="{606B862F-886C-4841-A32D-9DA5F3FABC00}" srcOrd="0" destOrd="0" presId="urn:microsoft.com/office/officeart/2005/8/layout/vProcess5"/>
    <dgm:cxn modelId="{E05908C7-2CB8-4D1A-B8C0-53F5283CC936}" srcId="{ABE6EA66-531B-42C3-BB8A-53F4611AB76C}" destId="{7FD484C3-D89D-4B79-A539-4204B15EC247}" srcOrd="1" destOrd="0" parTransId="{18A7FA86-40B6-4BFD-9FD2-2D6E5BA63D23}" sibTransId="{2C27EE1E-FF7D-4DE2-AB61-380D17814973}"/>
    <dgm:cxn modelId="{1A1C67F6-B8D0-43E7-B106-DFE1FEB20394}" type="presOf" srcId="{95120959-1CE7-4AE3-9A41-248116D0BF41}" destId="{5CD7E5A2-143C-4935-A845-823500B3DFC9}" srcOrd="1" destOrd="0" presId="urn:microsoft.com/office/officeart/2005/8/layout/vProcess5"/>
    <dgm:cxn modelId="{5F1D15C3-3BA9-417A-A569-0B9CC0D58191}" type="presParOf" srcId="{C7AFC262-7C57-468F-97ED-5EF0D7282AFC}" destId="{BC93D174-CF1B-438C-97CC-8C6F90401A0C}" srcOrd="0" destOrd="0" presId="urn:microsoft.com/office/officeart/2005/8/layout/vProcess5"/>
    <dgm:cxn modelId="{79F06B75-D5B4-432E-A9ED-5E9346788632}" type="presParOf" srcId="{C7AFC262-7C57-468F-97ED-5EF0D7282AFC}" destId="{AF35CEF7-3DC6-468D-A4C6-FD1DE5CBF341}" srcOrd="1" destOrd="0" presId="urn:microsoft.com/office/officeart/2005/8/layout/vProcess5"/>
    <dgm:cxn modelId="{4FD199A3-A897-47AF-B35E-F668AE750F58}" type="presParOf" srcId="{C7AFC262-7C57-468F-97ED-5EF0D7282AFC}" destId="{82EF8BBD-8417-4DB6-AF72-0D42B95136B0}" srcOrd="2" destOrd="0" presId="urn:microsoft.com/office/officeart/2005/8/layout/vProcess5"/>
    <dgm:cxn modelId="{0D1A861C-C7EE-42C3-A5EF-B770E8338137}" type="presParOf" srcId="{C7AFC262-7C57-468F-97ED-5EF0D7282AFC}" destId="{B5F0BF7D-C013-43D4-A72F-F4E03E79CC2B}" srcOrd="3" destOrd="0" presId="urn:microsoft.com/office/officeart/2005/8/layout/vProcess5"/>
    <dgm:cxn modelId="{629BCBD2-8E20-4D7B-9F7F-A145752B02FE}" type="presParOf" srcId="{C7AFC262-7C57-468F-97ED-5EF0D7282AFC}" destId="{606B862F-886C-4841-A32D-9DA5F3FABC00}" srcOrd="4" destOrd="0" presId="urn:microsoft.com/office/officeart/2005/8/layout/vProcess5"/>
    <dgm:cxn modelId="{47CE2AD3-38F9-4816-949E-DF4237FFC096}" type="presParOf" srcId="{C7AFC262-7C57-468F-97ED-5EF0D7282AFC}" destId="{0D23440A-FA0F-44DB-9369-9BC0DDEC009F}" srcOrd="5" destOrd="0" presId="urn:microsoft.com/office/officeart/2005/8/layout/vProcess5"/>
    <dgm:cxn modelId="{E631E6CC-5936-4202-82A2-531E9DDA6EC0}" type="presParOf" srcId="{C7AFC262-7C57-468F-97ED-5EF0D7282AFC}" destId="{7C5A2501-7A8C-4901-8DEC-F0E20EFE78DF}" srcOrd="6" destOrd="0" presId="urn:microsoft.com/office/officeart/2005/8/layout/vProcess5"/>
    <dgm:cxn modelId="{CD042565-64CA-493F-85AE-BEBA3AF54D26}" type="presParOf" srcId="{C7AFC262-7C57-468F-97ED-5EF0D7282AFC}" destId="{00F5E6C2-A462-44E6-A4B1-9CA92269E709}" srcOrd="7" destOrd="0" presId="urn:microsoft.com/office/officeart/2005/8/layout/vProcess5"/>
    <dgm:cxn modelId="{BDEF8D86-18F8-4311-8CD4-1BAB46FE83E3}" type="presParOf" srcId="{C7AFC262-7C57-468F-97ED-5EF0D7282AFC}" destId="{5CD7E5A2-143C-4935-A845-823500B3DFC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D4D7AA-2C99-47CF-8A2A-70383B59DC7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887D1D-61B2-4A70-B1C1-F7F593D5CAEF}">
      <dgm:prSet/>
      <dgm:spPr/>
      <dgm:t>
        <a:bodyPr/>
        <a:lstStyle/>
        <a:p>
          <a:pPr>
            <a:defRPr b="1"/>
          </a:pPr>
          <a:r>
            <a:rPr lang="en-US"/>
            <a:t>State and local policymakers</a:t>
          </a:r>
        </a:p>
      </dgm:t>
    </dgm:pt>
    <dgm:pt modelId="{C6B4997B-197B-4815-9CDE-C25F6A3D7544}" type="parTrans" cxnId="{129F24D5-F971-42FD-8055-0064EE7C4F1B}">
      <dgm:prSet/>
      <dgm:spPr/>
      <dgm:t>
        <a:bodyPr/>
        <a:lstStyle/>
        <a:p>
          <a:endParaRPr lang="en-US"/>
        </a:p>
      </dgm:t>
    </dgm:pt>
    <dgm:pt modelId="{D3E17FC2-D7EE-4085-9C0F-66FE1440A860}" type="sibTrans" cxnId="{129F24D5-F971-42FD-8055-0064EE7C4F1B}">
      <dgm:prSet/>
      <dgm:spPr/>
      <dgm:t>
        <a:bodyPr/>
        <a:lstStyle/>
        <a:p>
          <a:endParaRPr lang="en-US"/>
        </a:p>
      </dgm:t>
    </dgm:pt>
    <dgm:pt modelId="{D14FE570-F834-4D92-A37E-E98087AA3678}">
      <dgm:prSet/>
      <dgm:spPr/>
      <dgm:t>
        <a:bodyPr/>
        <a:lstStyle/>
        <a:p>
          <a:r>
            <a:rPr lang="en-US"/>
            <a:t>See what demographics can be used to identify vulnerable households</a:t>
          </a:r>
        </a:p>
      </dgm:t>
    </dgm:pt>
    <dgm:pt modelId="{8F812984-33B3-48BE-B548-5D5DACAF7E73}" type="parTrans" cxnId="{A853BBE7-EB67-42F7-9B9F-659DD79E0EC2}">
      <dgm:prSet/>
      <dgm:spPr/>
      <dgm:t>
        <a:bodyPr/>
        <a:lstStyle/>
        <a:p>
          <a:endParaRPr lang="en-US"/>
        </a:p>
      </dgm:t>
    </dgm:pt>
    <dgm:pt modelId="{EC9A0D46-E010-4CBB-B079-5FE10D414FBE}" type="sibTrans" cxnId="{A853BBE7-EB67-42F7-9B9F-659DD79E0EC2}">
      <dgm:prSet/>
      <dgm:spPr/>
      <dgm:t>
        <a:bodyPr/>
        <a:lstStyle/>
        <a:p>
          <a:endParaRPr lang="en-US"/>
        </a:p>
      </dgm:t>
    </dgm:pt>
    <dgm:pt modelId="{C3889A57-BE32-4851-BDD4-897A13E5B3F4}">
      <dgm:prSet/>
      <dgm:spPr/>
      <dgm:t>
        <a:bodyPr/>
        <a:lstStyle/>
        <a:p>
          <a:pPr>
            <a:defRPr b="1"/>
          </a:pPr>
          <a:r>
            <a:rPr lang="en-US" dirty="0"/>
            <a:t>Labor economists</a:t>
          </a:r>
        </a:p>
      </dgm:t>
    </dgm:pt>
    <dgm:pt modelId="{6DE9FAC5-0B85-41ED-9A83-DEDBB0AF5217}" type="parTrans" cxnId="{840E8366-2288-4980-9890-7C89BF1FC4C7}">
      <dgm:prSet/>
      <dgm:spPr/>
      <dgm:t>
        <a:bodyPr/>
        <a:lstStyle/>
        <a:p>
          <a:endParaRPr lang="en-US"/>
        </a:p>
      </dgm:t>
    </dgm:pt>
    <dgm:pt modelId="{441B140F-84FD-4C22-A82B-A05AC9D59420}" type="sibTrans" cxnId="{840E8366-2288-4980-9890-7C89BF1FC4C7}">
      <dgm:prSet/>
      <dgm:spPr/>
      <dgm:t>
        <a:bodyPr/>
        <a:lstStyle/>
        <a:p>
          <a:endParaRPr lang="en-US"/>
        </a:p>
      </dgm:t>
    </dgm:pt>
    <dgm:pt modelId="{87777508-4459-4C6D-900E-96B1736EBBA8}">
      <dgm:prSet/>
      <dgm:spPr/>
      <dgm:t>
        <a:bodyPr/>
        <a:lstStyle/>
        <a:p>
          <a:r>
            <a:rPr lang="en-US" dirty="0"/>
            <a:t>Further validate (or refute) relationships among certain variables and income</a:t>
          </a:r>
        </a:p>
      </dgm:t>
    </dgm:pt>
    <dgm:pt modelId="{D5118370-13DA-44EA-8B68-20F4CB9CC0E5}" type="parTrans" cxnId="{B3A75092-A0A2-41B3-B6D2-AB99D78463C1}">
      <dgm:prSet/>
      <dgm:spPr/>
      <dgm:t>
        <a:bodyPr/>
        <a:lstStyle/>
        <a:p>
          <a:endParaRPr lang="en-US"/>
        </a:p>
      </dgm:t>
    </dgm:pt>
    <dgm:pt modelId="{B2CF7702-4594-4D97-BE67-6FB3A150D33C}" type="sibTrans" cxnId="{B3A75092-A0A2-41B3-B6D2-AB99D78463C1}">
      <dgm:prSet/>
      <dgm:spPr/>
      <dgm:t>
        <a:bodyPr/>
        <a:lstStyle/>
        <a:p>
          <a:endParaRPr lang="en-US"/>
        </a:p>
      </dgm:t>
    </dgm:pt>
    <dgm:pt modelId="{598308C7-5207-4A71-8DCF-6E3A72F10978}">
      <dgm:prSet/>
      <dgm:spPr/>
      <dgm:t>
        <a:bodyPr/>
        <a:lstStyle/>
        <a:p>
          <a:pPr>
            <a:defRPr b="1"/>
          </a:pPr>
          <a:r>
            <a:rPr lang="en-US"/>
            <a:t>Financial services companies</a:t>
          </a:r>
        </a:p>
      </dgm:t>
    </dgm:pt>
    <dgm:pt modelId="{F93B5D9E-5DDA-4BDE-9F93-B2ACA66462D9}" type="parTrans" cxnId="{0049B2AA-E3A0-482E-AB41-2B4E44A022AD}">
      <dgm:prSet/>
      <dgm:spPr/>
      <dgm:t>
        <a:bodyPr/>
        <a:lstStyle/>
        <a:p>
          <a:endParaRPr lang="en-US"/>
        </a:p>
      </dgm:t>
    </dgm:pt>
    <dgm:pt modelId="{ED650D1C-98B9-4E3E-A5AD-5A76571E473F}" type="sibTrans" cxnId="{0049B2AA-E3A0-482E-AB41-2B4E44A022AD}">
      <dgm:prSet/>
      <dgm:spPr/>
      <dgm:t>
        <a:bodyPr/>
        <a:lstStyle/>
        <a:p>
          <a:endParaRPr lang="en-US"/>
        </a:p>
      </dgm:t>
    </dgm:pt>
    <dgm:pt modelId="{7DF8CE22-809A-4DA2-AD0D-156BB097A7C9}">
      <dgm:prSet/>
      <dgm:spPr/>
      <dgm:t>
        <a:bodyPr/>
        <a:lstStyle/>
        <a:p>
          <a:r>
            <a:rPr lang="en-US"/>
            <a:t>Understand income demographics and tailor their services accordingly</a:t>
          </a:r>
        </a:p>
      </dgm:t>
    </dgm:pt>
    <dgm:pt modelId="{0A307561-5E0A-49E4-9599-5E1FDAC484C6}" type="parTrans" cxnId="{55F15B02-20A3-478D-ADB8-CFD13638C395}">
      <dgm:prSet/>
      <dgm:spPr/>
      <dgm:t>
        <a:bodyPr/>
        <a:lstStyle/>
        <a:p>
          <a:endParaRPr lang="en-US"/>
        </a:p>
      </dgm:t>
    </dgm:pt>
    <dgm:pt modelId="{4DB3B247-D614-4BA7-9E25-33E055AA6DB7}" type="sibTrans" cxnId="{55F15B02-20A3-478D-ADB8-CFD13638C395}">
      <dgm:prSet/>
      <dgm:spPr/>
      <dgm:t>
        <a:bodyPr/>
        <a:lstStyle/>
        <a:p>
          <a:endParaRPr lang="en-US"/>
        </a:p>
      </dgm:t>
    </dgm:pt>
    <dgm:pt modelId="{8BE87C1C-195E-44C9-98DE-062532C0E955}" type="pres">
      <dgm:prSet presAssocID="{92D4D7AA-2C99-47CF-8A2A-70383B59DC77}" presName="linear" presStyleCnt="0">
        <dgm:presLayoutVars>
          <dgm:dir/>
          <dgm:animLvl val="lvl"/>
          <dgm:resizeHandles val="exact"/>
        </dgm:presLayoutVars>
      </dgm:prSet>
      <dgm:spPr/>
    </dgm:pt>
    <dgm:pt modelId="{CD4B5C1B-E7D6-4972-9B36-E5C7EA64AC8F}" type="pres">
      <dgm:prSet presAssocID="{1D887D1D-61B2-4A70-B1C1-F7F593D5CAEF}" presName="parentLin" presStyleCnt="0"/>
      <dgm:spPr/>
    </dgm:pt>
    <dgm:pt modelId="{57159E4C-6AF7-4EFB-A28C-A47F9C5B0DBB}" type="pres">
      <dgm:prSet presAssocID="{1D887D1D-61B2-4A70-B1C1-F7F593D5CAEF}" presName="parentLeftMargin" presStyleLbl="node1" presStyleIdx="0" presStyleCnt="3"/>
      <dgm:spPr/>
    </dgm:pt>
    <dgm:pt modelId="{7C20F89F-7896-4EFC-9C66-B3B960E47127}" type="pres">
      <dgm:prSet presAssocID="{1D887D1D-61B2-4A70-B1C1-F7F593D5CA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69F8DF2-BA29-4233-8E55-9E6983B3AAB2}" type="pres">
      <dgm:prSet presAssocID="{1D887D1D-61B2-4A70-B1C1-F7F593D5CAEF}" presName="negativeSpace" presStyleCnt="0"/>
      <dgm:spPr/>
    </dgm:pt>
    <dgm:pt modelId="{4EB57E8C-BC88-444D-82E2-E203FB5E350F}" type="pres">
      <dgm:prSet presAssocID="{1D887D1D-61B2-4A70-B1C1-F7F593D5CAEF}" presName="childText" presStyleLbl="conFgAcc1" presStyleIdx="0" presStyleCnt="3">
        <dgm:presLayoutVars>
          <dgm:bulletEnabled val="1"/>
        </dgm:presLayoutVars>
      </dgm:prSet>
      <dgm:spPr/>
    </dgm:pt>
    <dgm:pt modelId="{31A8DC19-BE84-428E-9219-5F62CA282EA1}" type="pres">
      <dgm:prSet presAssocID="{D3E17FC2-D7EE-4085-9C0F-66FE1440A860}" presName="spaceBetweenRectangles" presStyleCnt="0"/>
      <dgm:spPr/>
    </dgm:pt>
    <dgm:pt modelId="{9A735DDA-51BF-45BB-9EFB-8D7DD7D9F725}" type="pres">
      <dgm:prSet presAssocID="{C3889A57-BE32-4851-BDD4-897A13E5B3F4}" presName="parentLin" presStyleCnt="0"/>
      <dgm:spPr/>
    </dgm:pt>
    <dgm:pt modelId="{E14631FA-67FF-4057-943E-ADCD07A445FF}" type="pres">
      <dgm:prSet presAssocID="{C3889A57-BE32-4851-BDD4-897A13E5B3F4}" presName="parentLeftMargin" presStyleLbl="node1" presStyleIdx="0" presStyleCnt="3"/>
      <dgm:spPr/>
    </dgm:pt>
    <dgm:pt modelId="{BD571CD8-80D6-42CE-A067-619968A67E65}" type="pres">
      <dgm:prSet presAssocID="{C3889A57-BE32-4851-BDD4-897A13E5B3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D31DEF-01A7-4D24-86F2-F83D6282F3E0}" type="pres">
      <dgm:prSet presAssocID="{C3889A57-BE32-4851-BDD4-897A13E5B3F4}" presName="negativeSpace" presStyleCnt="0"/>
      <dgm:spPr/>
    </dgm:pt>
    <dgm:pt modelId="{9DAEF7D8-F522-4BD8-814D-7E1BE7D72B44}" type="pres">
      <dgm:prSet presAssocID="{C3889A57-BE32-4851-BDD4-897A13E5B3F4}" presName="childText" presStyleLbl="conFgAcc1" presStyleIdx="1" presStyleCnt="3">
        <dgm:presLayoutVars>
          <dgm:bulletEnabled val="1"/>
        </dgm:presLayoutVars>
      </dgm:prSet>
      <dgm:spPr/>
    </dgm:pt>
    <dgm:pt modelId="{8D6935A4-BBF4-4153-8332-56ECC1D105BB}" type="pres">
      <dgm:prSet presAssocID="{441B140F-84FD-4C22-A82B-A05AC9D59420}" presName="spaceBetweenRectangles" presStyleCnt="0"/>
      <dgm:spPr/>
    </dgm:pt>
    <dgm:pt modelId="{0C36FC00-6661-446C-B593-C93D3D1C2F40}" type="pres">
      <dgm:prSet presAssocID="{598308C7-5207-4A71-8DCF-6E3A72F10978}" presName="parentLin" presStyleCnt="0"/>
      <dgm:spPr/>
    </dgm:pt>
    <dgm:pt modelId="{B66BCA7B-8CF2-4828-8FDB-E6039EBD46BD}" type="pres">
      <dgm:prSet presAssocID="{598308C7-5207-4A71-8DCF-6E3A72F10978}" presName="parentLeftMargin" presStyleLbl="node1" presStyleIdx="1" presStyleCnt="3"/>
      <dgm:spPr/>
    </dgm:pt>
    <dgm:pt modelId="{63B3806C-7CAB-4C36-9D69-9F7E199B0C01}" type="pres">
      <dgm:prSet presAssocID="{598308C7-5207-4A71-8DCF-6E3A72F109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7B175FE-788F-4C8D-8F6F-B8872E66812C}" type="pres">
      <dgm:prSet presAssocID="{598308C7-5207-4A71-8DCF-6E3A72F10978}" presName="negativeSpace" presStyleCnt="0"/>
      <dgm:spPr/>
    </dgm:pt>
    <dgm:pt modelId="{700AA609-ABDE-46CF-9617-0FE983C09752}" type="pres">
      <dgm:prSet presAssocID="{598308C7-5207-4A71-8DCF-6E3A72F1097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5F15B02-20A3-478D-ADB8-CFD13638C395}" srcId="{598308C7-5207-4A71-8DCF-6E3A72F10978}" destId="{7DF8CE22-809A-4DA2-AD0D-156BB097A7C9}" srcOrd="0" destOrd="0" parTransId="{0A307561-5E0A-49E4-9599-5E1FDAC484C6}" sibTransId="{4DB3B247-D614-4BA7-9E25-33E055AA6DB7}"/>
    <dgm:cxn modelId="{738B4E33-B557-43F1-9648-F8C3E3098852}" type="presOf" srcId="{D14FE570-F834-4D92-A37E-E98087AA3678}" destId="{4EB57E8C-BC88-444D-82E2-E203FB5E350F}" srcOrd="0" destOrd="0" presId="urn:microsoft.com/office/officeart/2005/8/layout/list1"/>
    <dgm:cxn modelId="{276E233D-3844-4EE2-B8AF-34A81B434D83}" type="presOf" srcId="{87777508-4459-4C6D-900E-96B1736EBBA8}" destId="{9DAEF7D8-F522-4BD8-814D-7E1BE7D72B44}" srcOrd="0" destOrd="0" presId="urn:microsoft.com/office/officeart/2005/8/layout/list1"/>
    <dgm:cxn modelId="{840E8366-2288-4980-9890-7C89BF1FC4C7}" srcId="{92D4D7AA-2C99-47CF-8A2A-70383B59DC77}" destId="{C3889A57-BE32-4851-BDD4-897A13E5B3F4}" srcOrd="1" destOrd="0" parTransId="{6DE9FAC5-0B85-41ED-9A83-DEDBB0AF5217}" sibTransId="{441B140F-84FD-4C22-A82B-A05AC9D59420}"/>
    <dgm:cxn modelId="{2A757A70-19EF-4BEE-879D-B49D12036506}" type="presOf" srcId="{7DF8CE22-809A-4DA2-AD0D-156BB097A7C9}" destId="{700AA609-ABDE-46CF-9617-0FE983C09752}" srcOrd="0" destOrd="0" presId="urn:microsoft.com/office/officeart/2005/8/layout/list1"/>
    <dgm:cxn modelId="{0D2E4C7B-92A7-4BB0-BB45-553DC4FC480B}" type="presOf" srcId="{C3889A57-BE32-4851-BDD4-897A13E5B3F4}" destId="{BD571CD8-80D6-42CE-A067-619968A67E65}" srcOrd="1" destOrd="0" presId="urn:microsoft.com/office/officeart/2005/8/layout/list1"/>
    <dgm:cxn modelId="{40E43188-F7BC-42B8-8821-C748541691DD}" type="presOf" srcId="{1D887D1D-61B2-4A70-B1C1-F7F593D5CAEF}" destId="{7C20F89F-7896-4EFC-9C66-B3B960E47127}" srcOrd="1" destOrd="0" presId="urn:microsoft.com/office/officeart/2005/8/layout/list1"/>
    <dgm:cxn modelId="{0C1CAC8D-24FD-45A8-8CCA-A0D0DA571FA4}" type="presOf" srcId="{C3889A57-BE32-4851-BDD4-897A13E5B3F4}" destId="{E14631FA-67FF-4057-943E-ADCD07A445FF}" srcOrd="0" destOrd="0" presId="urn:microsoft.com/office/officeart/2005/8/layout/list1"/>
    <dgm:cxn modelId="{B3A75092-A0A2-41B3-B6D2-AB99D78463C1}" srcId="{C3889A57-BE32-4851-BDD4-897A13E5B3F4}" destId="{87777508-4459-4C6D-900E-96B1736EBBA8}" srcOrd="0" destOrd="0" parTransId="{D5118370-13DA-44EA-8B68-20F4CB9CC0E5}" sibTransId="{B2CF7702-4594-4D97-BE67-6FB3A150D33C}"/>
    <dgm:cxn modelId="{0049B2AA-E3A0-482E-AB41-2B4E44A022AD}" srcId="{92D4D7AA-2C99-47CF-8A2A-70383B59DC77}" destId="{598308C7-5207-4A71-8DCF-6E3A72F10978}" srcOrd="2" destOrd="0" parTransId="{F93B5D9E-5DDA-4BDE-9F93-B2ACA66462D9}" sibTransId="{ED650D1C-98B9-4E3E-A5AD-5A76571E473F}"/>
    <dgm:cxn modelId="{54F36DBA-1933-485C-BE5C-F5D2A209753F}" type="presOf" srcId="{598308C7-5207-4A71-8DCF-6E3A72F10978}" destId="{B66BCA7B-8CF2-4828-8FDB-E6039EBD46BD}" srcOrd="0" destOrd="0" presId="urn:microsoft.com/office/officeart/2005/8/layout/list1"/>
    <dgm:cxn modelId="{99C8F3BC-F9CB-43BE-9460-287F97B1420B}" type="presOf" srcId="{92D4D7AA-2C99-47CF-8A2A-70383B59DC77}" destId="{8BE87C1C-195E-44C9-98DE-062532C0E955}" srcOrd="0" destOrd="0" presId="urn:microsoft.com/office/officeart/2005/8/layout/list1"/>
    <dgm:cxn modelId="{00EB58CA-59FB-4B4A-BDE6-CBCA2814849E}" type="presOf" srcId="{1D887D1D-61B2-4A70-B1C1-F7F593D5CAEF}" destId="{57159E4C-6AF7-4EFB-A28C-A47F9C5B0DBB}" srcOrd="0" destOrd="0" presId="urn:microsoft.com/office/officeart/2005/8/layout/list1"/>
    <dgm:cxn modelId="{129F24D5-F971-42FD-8055-0064EE7C4F1B}" srcId="{92D4D7AA-2C99-47CF-8A2A-70383B59DC77}" destId="{1D887D1D-61B2-4A70-B1C1-F7F593D5CAEF}" srcOrd="0" destOrd="0" parTransId="{C6B4997B-197B-4815-9CDE-C25F6A3D7544}" sibTransId="{D3E17FC2-D7EE-4085-9C0F-66FE1440A860}"/>
    <dgm:cxn modelId="{A853BBE7-EB67-42F7-9B9F-659DD79E0EC2}" srcId="{1D887D1D-61B2-4A70-B1C1-F7F593D5CAEF}" destId="{D14FE570-F834-4D92-A37E-E98087AA3678}" srcOrd="0" destOrd="0" parTransId="{8F812984-33B3-48BE-B548-5D5DACAF7E73}" sibTransId="{EC9A0D46-E010-4CBB-B079-5FE10D414FBE}"/>
    <dgm:cxn modelId="{F9DD9AFD-4534-4A21-8936-E52B37F4A9A2}" type="presOf" srcId="{598308C7-5207-4A71-8DCF-6E3A72F10978}" destId="{63B3806C-7CAB-4C36-9D69-9F7E199B0C01}" srcOrd="1" destOrd="0" presId="urn:microsoft.com/office/officeart/2005/8/layout/list1"/>
    <dgm:cxn modelId="{0BAC7AB8-8164-4121-AF23-AC793D0CCF9B}" type="presParOf" srcId="{8BE87C1C-195E-44C9-98DE-062532C0E955}" destId="{CD4B5C1B-E7D6-4972-9B36-E5C7EA64AC8F}" srcOrd="0" destOrd="0" presId="urn:microsoft.com/office/officeart/2005/8/layout/list1"/>
    <dgm:cxn modelId="{0B7AAFFB-28F0-481C-9D2E-11A4D863184E}" type="presParOf" srcId="{CD4B5C1B-E7D6-4972-9B36-E5C7EA64AC8F}" destId="{57159E4C-6AF7-4EFB-A28C-A47F9C5B0DBB}" srcOrd="0" destOrd="0" presId="urn:microsoft.com/office/officeart/2005/8/layout/list1"/>
    <dgm:cxn modelId="{967596FF-81E5-471F-AFDA-6C25CC0FC98D}" type="presParOf" srcId="{CD4B5C1B-E7D6-4972-9B36-E5C7EA64AC8F}" destId="{7C20F89F-7896-4EFC-9C66-B3B960E47127}" srcOrd="1" destOrd="0" presId="urn:microsoft.com/office/officeart/2005/8/layout/list1"/>
    <dgm:cxn modelId="{DA627267-921B-4464-9284-5F777E49CEBB}" type="presParOf" srcId="{8BE87C1C-195E-44C9-98DE-062532C0E955}" destId="{169F8DF2-BA29-4233-8E55-9E6983B3AAB2}" srcOrd="1" destOrd="0" presId="urn:microsoft.com/office/officeart/2005/8/layout/list1"/>
    <dgm:cxn modelId="{7195C4FC-9627-4A8B-ADEE-33009745A242}" type="presParOf" srcId="{8BE87C1C-195E-44C9-98DE-062532C0E955}" destId="{4EB57E8C-BC88-444D-82E2-E203FB5E350F}" srcOrd="2" destOrd="0" presId="urn:microsoft.com/office/officeart/2005/8/layout/list1"/>
    <dgm:cxn modelId="{F8E0B300-6D15-4F24-A38C-F09391C8BE05}" type="presParOf" srcId="{8BE87C1C-195E-44C9-98DE-062532C0E955}" destId="{31A8DC19-BE84-428E-9219-5F62CA282EA1}" srcOrd="3" destOrd="0" presId="urn:microsoft.com/office/officeart/2005/8/layout/list1"/>
    <dgm:cxn modelId="{B00DFE83-E2DC-4E7E-AFAB-548FD341A9CA}" type="presParOf" srcId="{8BE87C1C-195E-44C9-98DE-062532C0E955}" destId="{9A735DDA-51BF-45BB-9EFB-8D7DD7D9F725}" srcOrd="4" destOrd="0" presId="urn:microsoft.com/office/officeart/2005/8/layout/list1"/>
    <dgm:cxn modelId="{79773E23-23A8-4A3E-AD1E-C282C2EF40CB}" type="presParOf" srcId="{9A735DDA-51BF-45BB-9EFB-8D7DD7D9F725}" destId="{E14631FA-67FF-4057-943E-ADCD07A445FF}" srcOrd="0" destOrd="0" presId="urn:microsoft.com/office/officeart/2005/8/layout/list1"/>
    <dgm:cxn modelId="{9FF594F2-2709-4805-AA51-3A768041A448}" type="presParOf" srcId="{9A735DDA-51BF-45BB-9EFB-8D7DD7D9F725}" destId="{BD571CD8-80D6-42CE-A067-619968A67E65}" srcOrd="1" destOrd="0" presId="urn:microsoft.com/office/officeart/2005/8/layout/list1"/>
    <dgm:cxn modelId="{1318D80A-0E21-468A-9E57-1947A00925A3}" type="presParOf" srcId="{8BE87C1C-195E-44C9-98DE-062532C0E955}" destId="{E6D31DEF-01A7-4D24-86F2-F83D6282F3E0}" srcOrd="5" destOrd="0" presId="urn:microsoft.com/office/officeart/2005/8/layout/list1"/>
    <dgm:cxn modelId="{80ECDDD2-9ACB-47A7-82CD-4FBBE8658CF5}" type="presParOf" srcId="{8BE87C1C-195E-44C9-98DE-062532C0E955}" destId="{9DAEF7D8-F522-4BD8-814D-7E1BE7D72B44}" srcOrd="6" destOrd="0" presId="urn:microsoft.com/office/officeart/2005/8/layout/list1"/>
    <dgm:cxn modelId="{0D69A40D-C8E1-468B-8D3D-BA55F051E72A}" type="presParOf" srcId="{8BE87C1C-195E-44C9-98DE-062532C0E955}" destId="{8D6935A4-BBF4-4153-8332-56ECC1D105BB}" srcOrd="7" destOrd="0" presId="urn:microsoft.com/office/officeart/2005/8/layout/list1"/>
    <dgm:cxn modelId="{EA5BC503-C3A3-45C6-9E8E-50111710237C}" type="presParOf" srcId="{8BE87C1C-195E-44C9-98DE-062532C0E955}" destId="{0C36FC00-6661-446C-B593-C93D3D1C2F40}" srcOrd="8" destOrd="0" presId="urn:microsoft.com/office/officeart/2005/8/layout/list1"/>
    <dgm:cxn modelId="{9B773D8C-32F2-4F76-8055-674FBFC0165E}" type="presParOf" srcId="{0C36FC00-6661-446C-B593-C93D3D1C2F40}" destId="{B66BCA7B-8CF2-4828-8FDB-E6039EBD46BD}" srcOrd="0" destOrd="0" presId="urn:microsoft.com/office/officeart/2005/8/layout/list1"/>
    <dgm:cxn modelId="{86DD080F-2513-4A63-A911-0E44354B2EBC}" type="presParOf" srcId="{0C36FC00-6661-446C-B593-C93D3D1C2F40}" destId="{63B3806C-7CAB-4C36-9D69-9F7E199B0C01}" srcOrd="1" destOrd="0" presId="urn:microsoft.com/office/officeart/2005/8/layout/list1"/>
    <dgm:cxn modelId="{E8E1B96D-5E41-4C03-A6AD-D584FC047ED1}" type="presParOf" srcId="{8BE87C1C-195E-44C9-98DE-062532C0E955}" destId="{67B175FE-788F-4C8D-8F6F-B8872E66812C}" srcOrd="9" destOrd="0" presId="urn:microsoft.com/office/officeart/2005/8/layout/list1"/>
    <dgm:cxn modelId="{5AA7DE8E-8C1B-4996-B30C-BEBFA2A8DDD7}" type="presParOf" srcId="{8BE87C1C-195E-44C9-98DE-062532C0E955}" destId="{700AA609-ABDE-46CF-9617-0FE983C0975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AC81C0-1B91-4974-B97A-9223BBAE4FBB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FBE3340-736D-49D1-AFE9-58BB83B6F6F5}">
      <dgm:prSet/>
      <dgm:spPr/>
      <dgm:t>
        <a:bodyPr/>
        <a:lstStyle/>
        <a:p>
          <a:r>
            <a:rPr lang="en-US"/>
            <a:t>Source</a:t>
          </a:r>
        </a:p>
      </dgm:t>
    </dgm:pt>
    <dgm:pt modelId="{EDC5B630-A366-48EE-804B-BD479F183BC2}" type="parTrans" cxnId="{2ABC95E7-07C4-420B-A827-4485A8B7379B}">
      <dgm:prSet/>
      <dgm:spPr/>
      <dgm:t>
        <a:bodyPr/>
        <a:lstStyle/>
        <a:p>
          <a:endParaRPr lang="en-US"/>
        </a:p>
      </dgm:t>
    </dgm:pt>
    <dgm:pt modelId="{0E33FD07-4811-4449-8067-EC02DE334C27}" type="sibTrans" cxnId="{2ABC95E7-07C4-420B-A827-4485A8B7379B}">
      <dgm:prSet/>
      <dgm:spPr/>
      <dgm:t>
        <a:bodyPr/>
        <a:lstStyle/>
        <a:p>
          <a:endParaRPr lang="en-US"/>
        </a:p>
      </dgm:t>
    </dgm:pt>
    <dgm:pt modelId="{9E9139A8-5DE1-4DEC-8CD7-45AA5C00AE52}">
      <dgm:prSet/>
      <dgm:spPr/>
      <dgm:t>
        <a:bodyPr/>
        <a:lstStyle/>
        <a:p>
          <a:r>
            <a:rPr lang="en-US"/>
            <a:t>2018–2022 5-year ACS data accessed via the tidycensus package</a:t>
          </a:r>
        </a:p>
      </dgm:t>
    </dgm:pt>
    <dgm:pt modelId="{032E0B94-40BB-4BAA-A0E4-9A08E93B41FF}" type="parTrans" cxnId="{DA6F5BA7-1BAF-47A8-847E-9C2A91A69204}">
      <dgm:prSet/>
      <dgm:spPr/>
      <dgm:t>
        <a:bodyPr/>
        <a:lstStyle/>
        <a:p>
          <a:endParaRPr lang="en-US"/>
        </a:p>
      </dgm:t>
    </dgm:pt>
    <dgm:pt modelId="{0795B111-BDFC-4309-9EA1-4E13D518B022}" type="sibTrans" cxnId="{DA6F5BA7-1BAF-47A8-847E-9C2A91A69204}">
      <dgm:prSet/>
      <dgm:spPr/>
      <dgm:t>
        <a:bodyPr/>
        <a:lstStyle/>
        <a:p>
          <a:endParaRPr lang="en-US"/>
        </a:p>
      </dgm:t>
    </dgm:pt>
    <dgm:pt modelId="{9DE57446-CE72-4FAD-824B-4CB728C58A64}">
      <dgm:prSet/>
      <dgm:spPr/>
      <dgm:t>
        <a:bodyPr/>
        <a:lstStyle/>
        <a:p>
          <a:r>
            <a:rPr lang="en-US"/>
            <a:t>Unit of analysis</a:t>
          </a:r>
        </a:p>
      </dgm:t>
    </dgm:pt>
    <dgm:pt modelId="{E5851790-97F6-4E42-BA74-777318FD106D}" type="parTrans" cxnId="{3BA31886-33FE-43B0-90C1-D6CEE21EF6A1}">
      <dgm:prSet/>
      <dgm:spPr/>
      <dgm:t>
        <a:bodyPr/>
        <a:lstStyle/>
        <a:p>
          <a:endParaRPr lang="en-US"/>
        </a:p>
      </dgm:t>
    </dgm:pt>
    <dgm:pt modelId="{D7361534-6423-46F4-A276-3FD8E1E1E383}" type="sibTrans" cxnId="{3BA31886-33FE-43B0-90C1-D6CEE21EF6A1}">
      <dgm:prSet/>
      <dgm:spPr/>
      <dgm:t>
        <a:bodyPr/>
        <a:lstStyle/>
        <a:p>
          <a:endParaRPr lang="en-US"/>
        </a:p>
      </dgm:t>
    </dgm:pt>
    <dgm:pt modelId="{E612CDAB-D562-42D8-91F8-2865C804162A}">
      <dgm:prSet/>
      <dgm:spPr/>
      <dgm:t>
        <a:bodyPr/>
        <a:lstStyle/>
        <a:p>
          <a:r>
            <a:rPr lang="en-US"/>
            <a:t>Annual household income</a:t>
          </a:r>
        </a:p>
      </dgm:t>
    </dgm:pt>
    <dgm:pt modelId="{AB1E0F82-8914-4821-BF78-9C9BAEB05FEF}" type="parTrans" cxnId="{21CC78E9-513D-4347-A119-8EF9E713C930}">
      <dgm:prSet/>
      <dgm:spPr/>
      <dgm:t>
        <a:bodyPr/>
        <a:lstStyle/>
        <a:p>
          <a:endParaRPr lang="en-US"/>
        </a:p>
      </dgm:t>
    </dgm:pt>
    <dgm:pt modelId="{31170BC7-40B0-4315-BA46-D71474320F77}" type="sibTrans" cxnId="{21CC78E9-513D-4347-A119-8EF9E713C930}">
      <dgm:prSet/>
      <dgm:spPr/>
      <dgm:t>
        <a:bodyPr/>
        <a:lstStyle/>
        <a:p>
          <a:endParaRPr lang="en-US"/>
        </a:p>
      </dgm:t>
    </dgm:pt>
    <dgm:pt modelId="{42F9A7C2-BE16-4C9B-88CB-F09A47BB4F1B}">
      <dgm:prSet/>
      <dgm:spPr/>
      <dgm:t>
        <a:bodyPr/>
        <a:lstStyle/>
        <a:p>
          <a:r>
            <a:rPr lang="en-US"/>
            <a:t>Sample</a:t>
          </a:r>
        </a:p>
      </dgm:t>
    </dgm:pt>
    <dgm:pt modelId="{0718D53B-306B-43F5-ACAB-2290BAB1E0CD}" type="parTrans" cxnId="{544B05D3-16A1-42C9-BF5A-E77566B06726}">
      <dgm:prSet/>
      <dgm:spPr/>
      <dgm:t>
        <a:bodyPr/>
        <a:lstStyle/>
        <a:p>
          <a:endParaRPr lang="en-US"/>
        </a:p>
      </dgm:t>
    </dgm:pt>
    <dgm:pt modelId="{15246E3E-ACC1-42C6-AEBE-C56F1AC855C0}" type="sibTrans" cxnId="{544B05D3-16A1-42C9-BF5A-E77566B06726}">
      <dgm:prSet/>
      <dgm:spPr/>
      <dgm:t>
        <a:bodyPr/>
        <a:lstStyle/>
        <a:p>
          <a:endParaRPr lang="en-US"/>
        </a:p>
      </dgm:t>
    </dgm:pt>
    <dgm:pt modelId="{DF8F6A94-2EA4-41E0-9197-C225FAB95D5E}">
      <dgm:prSet/>
      <dgm:spPr/>
      <dgm:t>
        <a:bodyPr/>
        <a:lstStyle/>
        <a:p>
          <a:r>
            <a:rPr lang="en-US"/>
            <a:t>Random 0.10% sample of households from the full ACS file</a:t>
          </a:r>
        </a:p>
      </dgm:t>
    </dgm:pt>
    <dgm:pt modelId="{2143F0C8-2F6F-4179-A148-E125426E5945}" type="parTrans" cxnId="{FE062186-DEDE-48EB-B3C5-D320F0DBB8D0}">
      <dgm:prSet/>
      <dgm:spPr/>
      <dgm:t>
        <a:bodyPr/>
        <a:lstStyle/>
        <a:p>
          <a:endParaRPr lang="en-US"/>
        </a:p>
      </dgm:t>
    </dgm:pt>
    <dgm:pt modelId="{C482C20D-A76C-4F76-BB6C-17EC2993CE82}" type="sibTrans" cxnId="{FE062186-DEDE-48EB-B3C5-D320F0DBB8D0}">
      <dgm:prSet/>
      <dgm:spPr/>
      <dgm:t>
        <a:bodyPr/>
        <a:lstStyle/>
        <a:p>
          <a:endParaRPr lang="en-US"/>
        </a:p>
      </dgm:t>
    </dgm:pt>
    <dgm:pt modelId="{851DF406-026F-466B-B02C-C565FE9E186E}">
      <dgm:prSet/>
      <dgm:spPr/>
      <dgm:t>
        <a:bodyPr/>
        <a:lstStyle/>
        <a:p>
          <a:r>
            <a:rPr lang="en-US"/>
            <a:t>Restrictions</a:t>
          </a:r>
        </a:p>
      </dgm:t>
    </dgm:pt>
    <dgm:pt modelId="{F235FC92-7092-4087-8DC0-F5409CE13E1D}" type="parTrans" cxnId="{71A52752-3582-4692-99E0-EDCDEDCBE08D}">
      <dgm:prSet/>
      <dgm:spPr/>
      <dgm:t>
        <a:bodyPr/>
        <a:lstStyle/>
        <a:p>
          <a:endParaRPr lang="en-US"/>
        </a:p>
      </dgm:t>
    </dgm:pt>
    <dgm:pt modelId="{0F08C2F0-8214-4286-8375-B2CF1211E82A}" type="sibTrans" cxnId="{71A52752-3582-4692-99E0-EDCDEDCBE08D}">
      <dgm:prSet/>
      <dgm:spPr/>
      <dgm:t>
        <a:bodyPr/>
        <a:lstStyle/>
        <a:p>
          <a:endParaRPr lang="en-US"/>
        </a:p>
      </dgm:t>
    </dgm:pt>
    <dgm:pt modelId="{5691AE41-6537-44E5-8F2B-0C597A78770F}">
      <dgm:prSet/>
      <dgm:spPr/>
      <dgm:t>
        <a:bodyPr/>
        <a:lstStyle/>
        <a:p>
          <a:r>
            <a:rPr lang="en-US"/>
            <a:t>Only households with positive reported income and complete information on all predictors used in the models</a:t>
          </a:r>
        </a:p>
      </dgm:t>
    </dgm:pt>
    <dgm:pt modelId="{79C74A0E-1E1A-4305-AAC5-B2FD295FB91D}" type="parTrans" cxnId="{32A61D72-7CB4-442C-9AD0-86E7E3C34518}">
      <dgm:prSet/>
      <dgm:spPr/>
      <dgm:t>
        <a:bodyPr/>
        <a:lstStyle/>
        <a:p>
          <a:endParaRPr lang="en-US"/>
        </a:p>
      </dgm:t>
    </dgm:pt>
    <dgm:pt modelId="{3A132986-0A61-46B8-915F-F3517B606F11}" type="sibTrans" cxnId="{32A61D72-7CB4-442C-9AD0-86E7E3C34518}">
      <dgm:prSet/>
      <dgm:spPr/>
      <dgm:t>
        <a:bodyPr/>
        <a:lstStyle/>
        <a:p>
          <a:endParaRPr lang="en-US"/>
        </a:p>
      </dgm:t>
    </dgm:pt>
    <dgm:pt modelId="{5F99732C-19D3-4B91-B9A4-52981619FA24}" type="pres">
      <dgm:prSet presAssocID="{04AC81C0-1B91-4974-B97A-9223BBAE4FBB}" presName="Name0" presStyleCnt="0">
        <dgm:presLayoutVars>
          <dgm:dir/>
          <dgm:animLvl val="lvl"/>
          <dgm:resizeHandles val="exact"/>
        </dgm:presLayoutVars>
      </dgm:prSet>
      <dgm:spPr/>
    </dgm:pt>
    <dgm:pt modelId="{01C9C931-2AC0-41E4-A66B-60D38D7BEDC0}" type="pres">
      <dgm:prSet presAssocID="{6FBE3340-736D-49D1-AFE9-58BB83B6F6F5}" presName="composite" presStyleCnt="0"/>
      <dgm:spPr/>
    </dgm:pt>
    <dgm:pt modelId="{671D860E-0E16-4253-BFA4-29F6094917A6}" type="pres">
      <dgm:prSet presAssocID="{6FBE3340-736D-49D1-AFE9-58BB83B6F6F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B08B88F-D5DC-4794-9F58-01D52A8AB363}" type="pres">
      <dgm:prSet presAssocID="{6FBE3340-736D-49D1-AFE9-58BB83B6F6F5}" presName="desTx" presStyleLbl="alignAccFollowNode1" presStyleIdx="0" presStyleCnt="4">
        <dgm:presLayoutVars>
          <dgm:bulletEnabled val="1"/>
        </dgm:presLayoutVars>
      </dgm:prSet>
      <dgm:spPr/>
    </dgm:pt>
    <dgm:pt modelId="{212E5F98-C907-455D-B7D6-61D0E2AA9394}" type="pres">
      <dgm:prSet presAssocID="{0E33FD07-4811-4449-8067-EC02DE334C27}" presName="space" presStyleCnt="0"/>
      <dgm:spPr/>
    </dgm:pt>
    <dgm:pt modelId="{C7D3215B-6F39-4D5B-BBFE-D12E306F1256}" type="pres">
      <dgm:prSet presAssocID="{9DE57446-CE72-4FAD-824B-4CB728C58A64}" presName="composite" presStyleCnt="0"/>
      <dgm:spPr/>
    </dgm:pt>
    <dgm:pt modelId="{A8C77BD5-F8CF-4F08-87ED-D776A56875FB}" type="pres">
      <dgm:prSet presAssocID="{9DE57446-CE72-4FAD-824B-4CB728C58A6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0358609-1544-449F-B855-69CE1256D558}" type="pres">
      <dgm:prSet presAssocID="{9DE57446-CE72-4FAD-824B-4CB728C58A64}" presName="desTx" presStyleLbl="alignAccFollowNode1" presStyleIdx="1" presStyleCnt="4">
        <dgm:presLayoutVars>
          <dgm:bulletEnabled val="1"/>
        </dgm:presLayoutVars>
      </dgm:prSet>
      <dgm:spPr/>
    </dgm:pt>
    <dgm:pt modelId="{0E997201-7E58-43B8-BBEB-5C165A5CBFBC}" type="pres">
      <dgm:prSet presAssocID="{D7361534-6423-46F4-A276-3FD8E1E1E383}" presName="space" presStyleCnt="0"/>
      <dgm:spPr/>
    </dgm:pt>
    <dgm:pt modelId="{0245A94A-2C9E-46E0-84DC-36220F9B813E}" type="pres">
      <dgm:prSet presAssocID="{42F9A7C2-BE16-4C9B-88CB-F09A47BB4F1B}" presName="composite" presStyleCnt="0"/>
      <dgm:spPr/>
    </dgm:pt>
    <dgm:pt modelId="{F8E76F84-A051-4041-BBB1-90A7EC1DEF68}" type="pres">
      <dgm:prSet presAssocID="{42F9A7C2-BE16-4C9B-88CB-F09A47BB4F1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D2C54F2-886C-49FA-B017-4DD89304FB24}" type="pres">
      <dgm:prSet presAssocID="{42F9A7C2-BE16-4C9B-88CB-F09A47BB4F1B}" presName="desTx" presStyleLbl="alignAccFollowNode1" presStyleIdx="2" presStyleCnt="4">
        <dgm:presLayoutVars>
          <dgm:bulletEnabled val="1"/>
        </dgm:presLayoutVars>
      </dgm:prSet>
      <dgm:spPr/>
    </dgm:pt>
    <dgm:pt modelId="{62A2A2F0-1449-45E7-868A-0E3483E3D387}" type="pres">
      <dgm:prSet presAssocID="{15246E3E-ACC1-42C6-AEBE-C56F1AC855C0}" presName="space" presStyleCnt="0"/>
      <dgm:spPr/>
    </dgm:pt>
    <dgm:pt modelId="{1BDCEE0E-5B1F-4C7B-B542-CAA682266BEE}" type="pres">
      <dgm:prSet presAssocID="{851DF406-026F-466B-B02C-C565FE9E186E}" presName="composite" presStyleCnt="0"/>
      <dgm:spPr/>
    </dgm:pt>
    <dgm:pt modelId="{F6872931-9498-4C0D-9F4D-B1FA5F8A2F06}" type="pres">
      <dgm:prSet presAssocID="{851DF406-026F-466B-B02C-C565FE9E186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6E2981D1-39CC-43CA-9C0A-418631D35053}" type="pres">
      <dgm:prSet presAssocID="{851DF406-026F-466B-B02C-C565FE9E186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0044A09-8117-444C-955D-F9368B43D5B2}" type="presOf" srcId="{9E9139A8-5DE1-4DEC-8CD7-45AA5C00AE52}" destId="{9B08B88F-D5DC-4794-9F58-01D52A8AB363}" srcOrd="0" destOrd="0" presId="urn:microsoft.com/office/officeart/2005/8/layout/hList1"/>
    <dgm:cxn modelId="{7014C415-59E3-4740-B62C-3CE170158E6C}" type="presOf" srcId="{6FBE3340-736D-49D1-AFE9-58BB83B6F6F5}" destId="{671D860E-0E16-4253-BFA4-29F6094917A6}" srcOrd="0" destOrd="0" presId="urn:microsoft.com/office/officeart/2005/8/layout/hList1"/>
    <dgm:cxn modelId="{F2B79F35-16DF-418D-8510-D3CA540FF0B7}" type="presOf" srcId="{DF8F6A94-2EA4-41E0-9197-C225FAB95D5E}" destId="{BD2C54F2-886C-49FA-B017-4DD89304FB24}" srcOrd="0" destOrd="0" presId="urn:microsoft.com/office/officeart/2005/8/layout/hList1"/>
    <dgm:cxn modelId="{9A69BF60-141E-43E0-A3EA-367BAC265A6A}" type="presOf" srcId="{04AC81C0-1B91-4974-B97A-9223BBAE4FBB}" destId="{5F99732C-19D3-4B91-B9A4-52981619FA24}" srcOrd="0" destOrd="0" presId="urn:microsoft.com/office/officeart/2005/8/layout/hList1"/>
    <dgm:cxn modelId="{32A61D72-7CB4-442C-9AD0-86E7E3C34518}" srcId="{851DF406-026F-466B-B02C-C565FE9E186E}" destId="{5691AE41-6537-44E5-8F2B-0C597A78770F}" srcOrd="0" destOrd="0" parTransId="{79C74A0E-1E1A-4305-AAC5-B2FD295FB91D}" sibTransId="{3A132986-0A61-46B8-915F-F3517B606F11}"/>
    <dgm:cxn modelId="{71A52752-3582-4692-99E0-EDCDEDCBE08D}" srcId="{04AC81C0-1B91-4974-B97A-9223BBAE4FBB}" destId="{851DF406-026F-466B-B02C-C565FE9E186E}" srcOrd="3" destOrd="0" parTransId="{F235FC92-7092-4087-8DC0-F5409CE13E1D}" sibTransId="{0F08C2F0-8214-4286-8375-B2CF1211E82A}"/>
    <dgm:cxn modelId="{3BA31886-33FE-43B0-90C1-D6CEE21EF6A1}" srcId="{04AC81C0-1B91-4974-B97A-9223BBAE4FBB}" destId="{9DE57446-CE72-4FAD-824B-4CB728C58A64}" srcOrd="1" destOrd="0" parTransId="{E5851790-97F6-4E42-BA74-777318FD106D}" sibTransId="{D7361534-6423-46F4-A276-3FD8E1E1E383}"/>
    <dgm:cxn modelId="{FE062186-DEDE-48EB-B3C5-D320F0DBB8D0}" srcId="{42F9A7C2-BE16-4C9B-88CB-F09A47BB4F1B}" destId="{DF8F6A94-2EA4-41E0-9197-C225FAB95D5E}" srcOrd="0" destOrd="0" parTransId="{2143F0C8-2F6F-4179-A148-E125426E5945}" sibTransId="{C482C20D-A76C-4F76-BB6C-17EC2993CE82}"/>
    <dgm:cxn modelId="{5F8EC287-D758-486C-84E3-0AC05B705E8E}" type="presOf" srcId="{9DE57446-CE72-4FAD-824B-4CB728C58A64}" destId="{A8C77BD5-F8CF-4F08-87ED-D776A56875FB}" srcOrd="0" destOrd="0" presId="urn:microsoft.com/office/officeart/2005/8/layout/hList1"/>
    <dgm:cxn modelId="{9D86499E-019C-4096-9A3B-A1D3341CCEB8}" type="presOf" srcId="{5691AE41-6537-44E5-8F2B-0C597A78770F}" destId="{6E2981D1-39CC-43CA-9C0A-418631D35053}" srcOrd="0" destOrd="0" presId="urn:microsoft.com/office/officeart/2005/8/layout/hList1"/>
    <dgm:cxn modelId="{2AD8A2A3-AB02-4E8F-9F71-7C821934C5F9}" type="presOf" srcId="{851DF406-026F-466B-B02C-C565FE9E186E}" destId="{F6872931-9498-4C0D-9F4D-B1FA5F8A2F06}" srcOrd="0" destOrd="0" presId="urn:microsoft.com/office/officeart/2005/8/layout/hList1"/>
    <dgm:cxn modelId="{DA6F5BA7-1BAF-47A8-847E-9C2A91A69204}" srcId="{6FBE3340-736D-49D1-AFE9-58BB83B6F6F5}" destId="{9E9139A8-5DE1-4DEC-8CD7-45AA5C00AE52}" srcOrd="0" destOrd="0" parTransId="{032E0B94-40BB-4BAA-A0E4-9A08E93B41FF}" sibTransId="{0795B111-BDFC-4309-9EA1-4E13D518B022}"/>
    <dgm:cxn modelId="{6B4F81BD-5364-4FBC-87F0-D119DC8286EF}" type="presOf" srcId="{42F9A7C2-BE16-4C9B-88CB-F09A47BB4F1B}" destId="{F8E76F84-A051-4041-BBB1-90A7EC1DEF68}" srcOrd="0" destOrd="0" presId="urn:microsoft.com/office/officeart/2005/8/layout/hList1"/>
    <dgm:cxn modelId="{07BA5CCB-F7F1-4D4C-9B8B-588A3394A3A7}" type="presOf" srcId="{E612CDAB-D562-42D8-91F8-2865C804162A}" destId="{20358609-1544-449F-B855-69CE1256D558}" srcOrd="0" destOrd="0" presId="urn:microsoft.com/office/officeart/2005/8/layout/hList1"/>
    <dgm:cxn modelId="{544B05D3-16A1-42C9-BF5A-E77566B06726}" srcId="{04AC81C0-1B91-4974-B97A-9223BBAE4FBB}" destId="{42F9A7C2-BE16-4C9B-88CB-F09A47BB4F1B}" srcOrd="2" destOrd="0" parTransId="{0718D53B-306B-43F5-ACAB-2290BAB1E0CD}" sibTransId="{15246E3E-ACC1-42C6-AEBE-C56F1AC855C0}"/>
    <dgm:cxn modelId="{2ABC95E7-07C4-420B-A827-4485A8B7379B}" srcId="{04AC81C0-1B91-4974-B97A-9223BBAE4FBB}" destId="{6FBE3340-736D-49D1-AFE9-58BB83B6F6F5}" srcOrd="0" destOrd="0" parTransId="{EDC5B630-A366-48EE-804B-BD479F183BC2}" sibTransId="{0E33FD07-4811-4449-8067-EC02DE334C27}"/>
    <dgm:cxn modelId="{21CC78E9-513D-4347-A119-8EF9E713C930}" srcId="{9DE57446-CE72-4FAD-824B-4CB728C58A64}" destId="{E612CDAB-D562-42D8-91F8-2865C804162A}" srcOrd="0" destOrd="0" parTransId="{AB1E0F82-8914-4821-BF78-9C9BAEB05FEF}" sibTransId="{31170BC7-40B0-4315-BA46-D71474320F77}"/>
    <dgm:cxn modelId="{5D538CDB-4149-486C-8B0B-1C7FBCFF6FC5}" type="presParOf" srcId="{5F99732C-19D3-4B91-B9A4-52981619FA24}" destId="{01C9C931-2AC0-41E4-A66B-60D38D7BEDC0}" srcOrd="0" destOrd="0" presId="urn:microsoft.com/office/officeart/2005/8/layout/hList1"/>
    <dgm:cxn modelId="{F2F88D20-72F8-47FC-A7B1-4B9157CD00A0}" type="presParOf" srcId="{01C9C931-2AC0-41E4-A66B-60D38D7BEDC0}" destId="{671D860E-0E16-4253-BFA4-29F6094917A6}" srcOrd="0" destOrd="0" presId="urn:microsoft.com/office/officeart/2005/8/layout/hList1"/>
    <dgm:cxn modelId="{29E3C898-69CD-4F9F-B5DD-6BC24A99950F}" type="presParOf" srcId="{01C9C931-2AC0-41E4-A66B-60D38D7BEDC0}" destId="{9B08B88F-D5DC-4794-9F58-01D52A8AB363}" srcOrd="1" destOrd="0" presId="urn:microsoft.com/office/officeart/2005/8/layout/hList1"/>
    <dgm:cxn modelId="{513104C7-3466-4D70-B73B-78C4DC38427E}" type="presParOf" srcId="{5F99732C-19D3-4B91-B9A4-52981619FA24}" destId="{212E5F98-C907-455D-B7D6-61D0E2AA9394}" srcOrd="1" destOrd="0" presId="urn:microsoft.com/office/officeart/2005/8/layout/hList1"/>
    <dgm:cxn modelId="{D0D3ED38-FE2F-4918-A925-F32D5F2B427A}" type="presParOf" srcId="{5F99732C-19D3-4B91-B9A4-52981619FA24}" destId="{C7D3215B-6F39-4D5B-BBFE-D12E306F1256}" srcOrd="2" destOrd="0" presId="urn:microsoft.com/office/officeart/2005/8/layout/hList1"/>
    <dgm:cxn modelId="{11AAE066-87BB-4EE7-B7EA-2F5DF577E508}" type="presParOf" srcId="{C7D3215B-6F39-4D5B-BBFE-D12E306F1256}" destId="{A8C77BD5-F8CF-4F08-87ED-D776A56875FB}" srcOrd="0" destOrd="0" presId="urn:microsoft.com/office/officeart/2005/8/layout/hList1"/>
    <dgm:cxn modelId="{8A04D861-4580-427D-B8D1-AD8607270D98}" type="presParOf" srcId="{C7D3215B-6F39-4D5B-BBFE-D12E306F1256}" destId="{20358609-1544-449F-B855-69CE1256D558}" srcOrd="1" destOrd="0" presId="urn:microsoft.com/office/officeart/2005/8/layout/hList1"/>
    <dgm:cxn modelId="{5D8E4D58-E38F-4019-8A43-8C5BDCF0E919}" type="presParOf" srcId="{5F99732C-19D3-4B91-B9A4-52981619FA24}" destId="{0E997201-7E58-43B8-BBEB-5C165A5CBFBC}" srcOrd="3" destOrd="0" presId="urn:microsoft.com/office/officeart/2005/8/layout/hList1"/>
    <dgm:cxn modelId="{47D88C9F-F967-4948-B9DA-888273AFC424}" type="presParOf" srcId="{5F99732C-19D3-4B91-B9A4-52981619FA24}" destId="{0245A94A-2C9E-46E0-84DC-36220F9B813E}" srcOrd="4" destOrd="0" presId="urn:microsoft.com/office/officeart/2005/8/layout/hList1"/>
    <dgm:cxn modelId="{F60DB4E3-1DD4-4EC9-ABD9-A87534B706A9}" type="presParOf" srcId="{0245A94A-2C9E-46E0-84DC-36220F9B813E}" destId="{F8E76F84-A051-4041-BBB1-90A7EC1DEF68}" srcOrd="0" destOrd="0" presId="urn:microsoft.com/office/officeart/2005/8/layout/hList1"/>
    <dgm:cxn modelId="{692ECD71-FE75-4FF8-9FD9-1B881ABCDD6F}" type="presParOf" srcId="{0245A94A-2C9E-46E0-84DC-36220F9B813E}" destId="{BD2C54F2-886C-49FA-B017-4DD89304FB24}" srcOrd="1" destOrd="0" presId="urn:microsoft.com/office/officeart/2005/8/layout/hList1"/>
    <dgm:cxn modelId="{CB8241CF-66CF-45A5-921A-35A05013D505}" type="presParOf" srcId="{5F99732C-19D3-4B91-B9A4-52981619FA24}" destId="{62A2A2F0-1449-45E7-868A-0E3483E3D387}" srcOrd="5" destOrd="0" presId="urn:microsoft.com/office/officeart/2005/8/layout/hList1"/>
    <dgm:cxn modelId="{3D62F93A-E85E-45B2-973C-D1B4E6B95C88}" type="presParOf" srcId="{5F99732C-19D3-4B91-B9A4-52981619FA24}" destId="{1BDCEE0E-5B1F-4C7B-B542-CAA682266BEE}" srcOrd="6" destOrd="0" presId="urn:microsoft.com/office/officeart/2005/8/layout/hList1"/>
    <dgm:cxn modelId="{5658FCC2-F8DA-4D6F-A604-28785412436A}" type="presParOf" srcId="{1BDCEE0E-5B1F-4C7B-B542-CAA682266BEE}" destId="{F6872931-9498-4C0D-9F4D-B1FA5F8A2F06}" srcOrd="0" destOrd="0" presId="urn:microsoft.com/office/officeart/2005/8/layout/hList1"/>
    <dgm:cxn modelId="{57337DBD-DF11-48E7-83DE-2606B4B57952}" type="presParOf" srcId="{1BDCEE0E-5B1F-4C7B-B542-CAA682266BEE}" destId="{6E2981D1-39CC-43CA-9C0A-418631D350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56B6F4-C74A-4135-9198-D56ACE7DF30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F30676-F60F-4927-8E67-D8B1244405E4}">
      <dgm:prSet/>
      <dgm:spPr/>
      <dgm:t>
        <a:bodyPr/>
        <a:lstStyle/>
        <a:p>
          <a:r>
            <a:rPr lang="en-US"/>
            <a:t>Demographic</a:t>
          </a:r>
        </a:p>
      </dgm:t>
    </dgm:pt>
    <dgm:pt modelId="{808C649F-B386-4177-9C57-59CBF734AE63}" type="parTrans" cxnId="{0E9639E9-2103-4F0D-A6E5-F9B63BEBF0BD}">
      <dgm:prSet/>
      <dgm:spPr/>
      <dgm:t>
        <a:bodyPr/>
        <a:lstStyle/>
        <a:p>
          <a:endParaRPr lang="en-US"/>
        </a:p>
      </dgm:t>
    </dgm:pt>
    <dgm:pt modelId="{19F45E2A-95A0-4F6F-9DDC-455F3628687A}" type="sibTrans" cxnId="{0E9639E9-2103-4F0D-A6E5-F9B63BEBF0BD}">
      <dgm:prSet/>
      <dgm:spPr/>
      <dgm:t>
        <a:bodyPr/>
        <a:lstStyle/>
        <a:p>
          <a:endParaRPr lang="en-US"/>
        </a:p>
      </dgm:t>
    </dgm:pt>
    <dgm:pt modelId="{C4E14C41-294B-4D4E-B5C2-04F91F5E05C1}">
      <dgm:prSet/>
      <dgm:spPr/>
      <dgm:t>
        <a:bodyPr/>
        <a:lstStyle/>
        <a:p>
          <a:r>
            <a:rPr lang="en-US"/>
            <a:t>Age, race, sex, marital status</a:t>
          </a:r>
        </a:p>
      </dgm:t>
    </dgm:pt>
    <dgm:pt modelId="{120F8B3C-5A1F-4A19-9C1B-F7021CC30623}" type="parTrans" cxnId="{22192A15-9A21-4A6B-8EB3-BC150A1E4E12}">
      <dgm:prSet/>
      <dgm:spPr/>
      <dgm:t>
        <a:bodyPr/>
        <a:lstStyle/>
        <a:p>
          <a:endParaRPr lang="en-US"/>
        </a:p>
      </dgm:t>
    </dgm:pt>
    <dgm:pt modelId="{F546AD5D-BAC9-412E-9CCD-2991F6E32FBF}" type="sibTrans" cxnId="{22192A15-9A21-4A6B-8EB3-BC150A1E4E12}">
      <dgm:prSet/>
      <dgm:spPr/>
      <dgm:t>
        <a:bodyPr/>
        <a:lstStyle/>
        <a:p>
          <a:endParaRPr lang="en-US"/>
        </a:p>
      </dgm:t>
    </dgm:pt>
    <dgm:pt modelId="{B7599BC5-0F54-4727-880A-D9D2E1C4F78F}">
      <dgm:prSet/>
      <dgm:spPr/>
      <dgm:t>
        <a:bodyPr/>
        <a:lstStyle/>
        <a:p>
          <a:r>
            <a:rPr lang="en-US"/>
            <a:t>Education level</a:t>
          </a:r>
        </a:p>
      </dgm:t>
    </dgm:pt>
    <dgm:pt modelId="{6510E2D1-D8D4-48F3-9381-58E791E11491}" type="parTrans" cxnId="{FCC8450F-23CA-4463-8AE4-E8521B389E65}">
      <dgm:prSet/>
      <dgm:spPr/>
      <dgm:t>
        <a:bodyPr/>
        <a:lstStyle/>
        <a:p>
          <a:endParaRPr lang="en-US"/>
        </a:p>
      </dgm:t>
    </dgm:pt>
    <dgm:pt modelId="{B33211E0-3255-45FA-8E1C-80A6EF4F3192}" type="sibTrans" cxnId="{FCC8450F-23CA-4463-8AE4-E8521B389E65}">
      <dgm:prSet/>
      <dgm:spPr/>
      <dgm:t>
        <a:bodyPr/>
        <a:lstStyle/>
        <a:p>
          <a:endParaRPr lang="en-US"/>
        </a:p>
      </dgm:t>
    </dgm:pt>
    <dgm:pt modelId="{50D7BECD-A8D1-481C-B6F5-A298E5E7AAE0}">
      <dgm:prSet/>
      <dgm:spPr/>
      <dgm:t>
        <a:bodyPr/>
        <a:lstStyle/>
        <a:p>
          <a:r>
            <a:rPr lang="en-US"/>
            <a:t>Employment status</a:t>
          </a:r>
        </a:p>
      </dgm:t>
    </dgm:pt>
    <dgm:pt modelId="{5A8249E2-69F2-4A95-BEAB-128347DB99F7}" type="parTrans" cxnId="{A9C26FF6-5CC8-4BB6-BF8B-10E92D5E5392}">
      <dgm:prSet/>
      <dgm:spPr/>
      <dgm:t>
        <a:bodyPr/>
        <a:lstStyle/>
        <a:p>
          <a:endParaRPr lang="en-US"/>
        </a:p>
      </dgm:t>
    </dgm:pt>
    <dgm:pt modelId="{E23E2FE7-DD4C-4ED4-A67F-82C3D60BCA7E}" type="sibTrans" cxnId="{A9C26FF6-5CC8-4BB6-BF8B-10E92D5E5392}">
      <dgm:prSet/>
      <dgm:spPr/>
      <dgm:t>
        <a:bodyPr/>
        <a:lstStyle/>
        <a:p>
          <a:endParaRPr lang="en-US"/>
        </a:p>
      </dgm:t>
    </dgm:pt>
    <dgm:pt modelId="{A0CF9441-20A8-4A63-89D8-B9F5740FF645}">
      <dgm:prSet/>
      <dgm:spPr/>
      <dgm:t>
        <a:bodyPr/>
        <a:lstStyle/>
        <a:p>
          <a:r>
            <a:rPr lang="en-US"/>
            <a:t>Number of people per household</a:t>
          </a:r>
        </a:p>
      </dgm:t>
    </dgm:pt>
    <dgm:pt modelId="{B01B86FE-B21B-4194-B8FD-14F8CE37166D}" type="parTrans" cxnId="{82B5C408-57C9-4600-B514-519CADE2C78E}">
      <dgm:prSet/>
      <dgm:spPr/>
      <dgm:t>
        <a:bodyPr/>
        <a:lstStyle/>
        <a:p>
          <a:endParaRPr lang="en-US"/>
        </a:p>
      </dgm:t>
    </dgm:pt>
    <dgm:pt modelId="{A4F5CA2C-5952-4619-8E20-538B7399F880}" type="sibTrans" cxnId="{82B5C408-57C9-4600-B514-519CADE2C78E}">
      <dgm:prSet/>
      <dgm:spPr/>
      <dgm:t>
        <a:bodyPr/>
        <a:lstStyle/>
        <a:p>
          <a:endParaRPr lang="en-US"/>
        </a:p>
      </dgm:t>
    </dgm:pt>
    <dgm:pt modelId="{D88A656B-910D-426A-9555-31E5C6397580}">
      <dgm:prSet/>
      <dgm:spPr/>
      <dgm:t>
        <a:bodyPr/>
        <a:lstStyle/>
        <a:p>
          <a:r>
            <a:rPr lang="en-US"/>
            <a:t>Housing structure</a:t>
          </a:r>
        </a:p>
      </dgm:t>
    </dgm:pt>
    <dgm:pt modelId="{B11476C5-6B4B-4156-8C33-288591232FFD}" type="parTrans" cxnId="{5836D23B-C979-4BB2-B701-0175E95137E5}">
      <dgm:prSet/>
      <dgm:spPr/>
      <dgm:t>
        <a:bodyPr/>
        <a:lstStyle/>
        <a:p>
          <a:endParaRPr lang="en-US"/>
        </a:p>
      </dgm:t>
    </dgm:pt>
    <dgm:pt modelId="{54DE00DF-09F2-4841-873E-92A1A187C865}" type="sibTrans" cxnId="{5836D23B-C979-4BB2-B701-0175E95137E5}">
      <dgm:prSet/>
      <dgm:spPr/>
      <dgm:t>
        <a:bodyPr/>
        <a:lstStyle/>
        <a:p>
          <a:endParaRPr lang="en-US"/>
        </a:p>
      </dgm:t>
    </dgm:pt>
    <dgm:pt modelId="{BCCC9259-067C-4BBF-AC7B-6129E744C1DE}">
      <dgm:prSet/>
      <dgm:spPr/>
      <dgm:t>
        <a:bodyPr/>
        <a:lstStyle/>
        <a:p>
          <a:r>
            <a:rPr lang="en-US"/>
            <a:t>Home ownership, number of vehicles</a:t>
          </a:r>
        </a:p>
      </dgm:t>
    </dgm:pt>
    <dgm:pt modelId="{6BFAF35C-91AC-45F5-9241-07BA37F1CE91}" type="parTrans" cxnId="{345CA7EE-32A5-4734-8376-7CCF60A97927}">
      <dgm:prSet/>
      <dgm:spPr/>
      <dgm:t>
        <a:bodyPr/>
        <a:lstStyle/>
        <a:p>
          <a:endParaRPr lang="en-US"/>
        </a:p>
      </dgm:t>
    </dgm:pt>
    <dgm:pt modelId="{8062D671-9AF8-4307-92E2-81A4A4B77BFD}" type="sibTrans" cxnId="{345CA7EE-32A5-4734-8376-7CCF60A97927}">
      <dgm:prSet/>
      <dgm:spPr/>
      <dgm:t>
        <a:bodyPr/>
        <a:lstStyle/>
        <a:p>
          <a:endParaRPr lang="en-US"/>
        </a:p>
      </dgm:t>
    </dgm:pt>
    <dgm:pt modelId="{EC73DC65-0C9D-4844-81AD-18F9CF72C0CC}" type="pres">
      <dgm:prSet presAssocID="{6556B6F4-C74A-4135-9198-D56ACE7DF302}" presName="diagram" presStyleCnt="0">
        <dgm:presLayoutVars>
          <dgm:dir/>
          <dgm:resizeHandles val="exact"/>
        </dgm:presLayoutVars>
      </dgm:prSet>
      <dgm:spPr/>
    </dgm:pt>
    <dgm:pt modelId="{8D9E1E00-3DBC-4FBC-978C-5336A37C351E}" type="pres">
      <dgm:prSet presAssocID="{55F30676-F60F-4927-8E67-D8B1244405E4}" presName="node" presStyleLbl="node1" presStyleIdx="0" presStyleCnt="5">
        <dgm:presLayoutVars>
          <dgm:bulletEnabled val="1"/>
        </dgm:presLayoutVars>
      </dgm:prSet>
      <dgm:spPr/>
    </dgm:pt>
    <dgm:pt modelId="{CC0174B0-56A7-4BE3-AB14-86E0DA0EF23F}" type="pres">
      <dgm:prSet presAssocID="{19F45E2A-95A0-4F6F-9DDC-455F3628687A}" presName="sibTrans" presStyleCnt="0"/>
      <dgm:spPr/>
    </dgm:pt>
    <dgm:pt modelId="{1E43CBAA-C6CE-4A53-A9D5-4EB39184D590}" type="pres">
      <dgm:prSet presAssocID="{B7599BC5-0F54-4727-880A-D9D2E1C4F78F}" presName="node" presStyleLbl="node1" presStyleIdx="1" presStyleCnt="5">
        <dgm:presLayoutVars>
          <dgm:bulletEnabled val="1"/>
        </dgm:presLayoutVars>
      </dgm:prSet>
      <dgm:spPr/>
    </dgm:pt>
    <dgm:pt modelId="{99EB1AF6-F338-42CF-97E1-FD25331139F8}" type="pres">
      <dgm:prSet presAssocID="{B33211E0-3255-45FA-8E1C-80A6EF4F3192}" presName="sibTrans" presStyleCnt="0"/>
      <dgm:spPr/>
    </dgm:pt>
    <dgm:pt modelId="{3EE6B84E-658E-4A43-8223-399F8920CC68}" type="pres">
      <dgm:prSet presAssocID="{50D7BECD-A8D1-481C-B6F5-A298E5E7AAE0}" presName="node" presStyleLbl="node1" presStyleIdx="2" presStyleCnt="5">
        <dgm:presLayoutVars>
          <dgm:bulletEnabled val="1"/>
        </dgm:presLayoutVars>
      </dgm:prSet>
      <dgm:spPr/>
    </dgm:pt>
    <dgm:pt modelId="{17F604F0-6CE6-4927-8CCE-30D5BF29BB3A}" type="pres">
      <dgm:prSet presAssocID="{E23E2FE7-DD4C-4ED4-A67F-82C3D60BCA7E}" presName="sibTrans" presStyleCnt="0"/>
      <dgm:spPr/>
    </dgm:pt>
    <dgm:pt modelId="{2C87B7F2-F77E-4FF2-B66C-442B381E007F}" type="pres">
      <dgm:prSet presAssocID="{A0CF9441-20A8-4A63-89D8-B9F5740FF645}" presName="node" presStyleLbl="node1" presStyleIdx="3" presStyleCnt="5">
        <dgm:presLayoutVars>
          <dgm:bulletEnabled val="1"/>
        </dgm:presLayoutVars>
      </dgm:prSet>
      <dgm:spPr/>
    </dgm:pt>
    <dgm:pt modelId="{CCBC574A-C1C5-4014-A30C-DAC8396A371D}" type="pres">
      <dgm:prSet presAssocID="{A4F5CA2C-5952-4619-8E20-538B7399F880}" presName="sibTrans" presStyleCnt="0"/>
      <dgm:spPr/>
    </dgm:pt>
    <dgm:pt modelId="{E83452E2-C384-4484-A86C-036F0A3E9068}" type="pres">
      <dgm:prSet presAssocID="{D88A656B-910D-426A-9555-31E5C6397580}" presName="node" presStyleLbl="node1" presStyleIdx="4" presStyleCnt="5">
        <dgm:presLayoutVars>
          <dgm:bulletEnabled val="1"/>
        </dgm:presLayoutVars>
      </dgm:prSet>
      <dgm:spPr/>
    </dgm:pt>
  </dgm:ptLst>
  <dgm:cxnLst>
    <dgm:cxn modelId="{82B5C408-57C9-4600-B514-519CADE2C78E}" srcId="{6556B6F4-C74A-4135-9198-D56ACE7DF302}" destId="{A0CF9441-20A8-4A63-89D8-B9F5740FF645}" srcOrd="3" destOrd="0" parTransId="{B01B86FE-B21B-4194-B8FD-14F8CE37166D}" sibTransId="{A4F5CA2C-5952-4619-8E20-538B7399F880}"/>
    <dgm:cxn modelId="{FCC8450F-23CA-4463-8AE4-E8521B389E65}" srcId="{6556B6F4-C74A-4135-9198-D56ACE7DF302}" destId="{B7599BC5-0F54-4727-880A-D9D2E1C4F78F}" srcOrd="1" destOrd="0" parTransId="{6510E2D1-D8D4-48F3-9381-58E791E11491}" sibTransId="{B33211E0-3255-45FA-8E1C-80A6EF4F3192}"/>
    <dgm:cxn modelId="{22192A15-9A21-4A6B-8EB3-BC150A1E4E12}" srcId="{55F30676-F60F-4927-8E67-D8B1244405E4}" destId="{C4E14C41-294B-4D4E-B5C2-04F91F5E05C1}" srcOrd="0" destOrd="0" parTransId="{120F8B3C-5A1F-4A19-9C1B-F7021CC30623}" sibTransId="{F546AD5D-BAC9-412E-9CCD-2991F6E32FBF}"/>
    <dgm:cxn modelId="{5836D23B-C979-4BB2-B701-0175E95137E5}" srcId="{6556B6F4-C74A-4135-9198-D56ACE7DF302}" destId="{D88A656B-910D-426A-9555-31E5C6397580}" srcOrd="4" destOrd="0" parTransId="{B11476C5-6B4B-4156-8C33-288591232FFD}" sibTransId="{54DE00DF-09F2-4841-873E-92A1A187C865}"/>
    <dgm:cxn modelId="{96A4265C-476D-4635-9DD6-7B55CA096229}" type="presOf" srcId="{55F30676-F60F-4927-8E67-D8B1244405E4}" destId="{8D9E1E00-3DBC-4FBC-978C-5336A37C351E}" srcOrd="0" destOrd="0" presId="urn:microsoft.com/office/officeart/2005/8/layout/default"/>
    <dgm:cxn modelId="{0288B95D-364B-4CB9-BDAB-67CA7A8F00D9}" type="presOf" srcId="{BCCC9259-067C-4BBF-AC7B-6129E744C1DE}" destId="{E83452E2-C384-4484-A86C-036F0A3E9068}" srcOrd="0" destOrd="1" presId="urn:microsoft.com/office/officeart/2005/8/layout/default"/>
    <dgm:cxn modelId="{907D6D52-0799-42B0-80DC-ADD2F4C5DF77}" type="presOf" srcId="{50D7BECD-A8D1-481C-B6F5-A298E5E7AAE0}" destId="{3EE6B84E-658E-4A43-8223-399F8920CC68}" srcOrd="0" destOrd="0" presId="urn:microsoft.com/office/officeart/2005/8/layout/default"/>
    <dgm:cxn modelId="{D6473582-D725-4A06-A38C-64B1E7AEAD3C}" type="presOf" srcId="{B7599BC5-0F54-4727-880A-D9D2E1C4F78F}" destId="{1E43CBAA-C6CE-4A53-A9D5-4EB39184D590}" srcOrd="0" destOrd="0" presId="urn:microsoft.com/office/officeart/2005/8/layout/default"/>
    <dgm:cxn modelId="{5A2A2487-674E-4558-8653-F4636415C672}" type="presOf" srcId="{6556B6F4-C74A-4135-9198-D56ACE7DF302}" destId="{EC73DC65-0C9D-4844-81AD-18F9CF72C0CC}" srcOrd="0" destOrd="0" presId="urn:microsoft.com/office/officeart/2005/8/layout/default"/>
    <dgm:cxn modelId="{087D52D7-B15A-4E09-A539-08FF3E16587D}" type="presOf" srcId="{A0CF9441-20A8-4A63-89D8-B9F5740FF645}" destId="{2C87B7F2-F77E-4FF2-B66C-442B381E007F}" srcOrd="0" destOrd="0" presId="urn:microsoft.com/office/officeart/2005/8/layout/default"/>
    <dgm:cxn modelId="{0E9639E9-2103-4F0D-A6E5-F9B63BEBF0BD}" srcId="{6556B6F4-C74A-4135-9198-D56ACE7DF302}" destId="{55F30676-F60F-4927-8E67-D8B1244405E4}" srcOrd="0" destOrd="0" parTransId="{808C649F-B386-4177-9C57-59CBF734AE63}" sibTransId="{19F45E2A-95A0-4F6F-9DDC-455F3628687A}"/>
    <dgm:cxn modelId="{4B5A22ED-E429-4ACD-AEFC-1A51D182EE98}" type="presOf" srcId="{D88A656B-910D-426A-9555-31E5C6397580}" destId="{E83452E2-C384-4484-A86C-036F0A3E9068}" srcOrd="0" destOrd="0" presId="urn:microsoft.com/office/officeart/2005/8/layout/default"/>
    <dgm:cxn modelId="{417F26ED-A1FC-438A-A558-813211BBF63D}" type="presOf" srcId="{C4E14C41-294B-4D4E-B5C2-04F91F5E05C1}" destId="{8D9E1E00-3DBC-4FBC-978C-5336A37C351E}" srcOrd="0" destOrd="1" presId="urn:microsoft.com/office/officeart/2005/8/layout/default"/>
    <dgm:cxn modelId="{345CA7EE-32A5-4734-8376-7CCF60A97927}" srcId="{D88A656B-910D-426A-9555-31E5C6397580}" destId="{BCCC9259-067C-4BBF-AC7B-6129E744C1DE}" srcOrd="0" destOrd="0" parTransId="{6BFAF35C-91AC-45F5-9241-07BA37F1CE91}" sibTransId="{8062D671-9AF8-4307-92E2-81A4A4B77BFD}"/>
    <dgm:cxn modelId="{A9C26FF6-5CC8-4BB6-BF8B-10E92D5E5392}" srcId="{6556B6F4-C74A-4135-9198-D56ACE7DF302}" destId="{50D7BECD-A8D1-481C-B6F5-A298E5E7AAE0}" srcOrd="2" destOrd="0" parTransId="{5A8249E2-69F2-4A95-BEAB-128347DB99F7}" sibTransId="{E23E2FE7-DD4C-4ED4-A67F-82C3D60BCA7E}"/>
    <dgm:cxn modelId="{DC59E4B8-2C46-4747-833C-C14CD21C4B89}" type="presParOf" srcId="{EC73DC65-0C9D-4844-81AD-18F9CF72C0CC}" destId="{8D9E1E00-3DBC-4FBC-978C-5336A37C351E}" srcOrd="0" destOrd="0" presId="urn:microsoft.com/office/officeart/2005/8/layout/default"/>
    <dgm:cxn modelId="{7E4F18B5-6629-4EA4-8763-9D636188638D}" type="presParOf" srcId="{EC73DC65-0C9D-4844-81AD-18F9CF72C0CC}" destId="{CC0174B0-56A7-4BE3-AB14-86E0DA0EF23F}" srcOrd="1" destOrd="0" presId="urn:microsoft.com/office/officeart/2005/8/layout/default"/>
    <dgm:cxn modelId="{CE82E81C-4156-40C5-9D3C-87D878B8557C}" type="presParOf" srcId="{EC73DC65-0C9D-4844-81AD-18F9CF72C0CC}" destId="{1E43CBAA-C6CE-4A53-A9D5-4EB39184D590}" srcOrd="2" destOrd="0" presId="urn:microsoft.com/office/officeart/2005/8/layout/default"/>
    <dgm:cxn modelId="{D64A57B4-0C90-4572-8E43-8952A2C52D8B}" type="presParOf" srcId="{EC73DC65-0C9D-4844-81AD-18F9CF72C0CC}" destId="{99EB1AF6-F338-42CF-97E1-FD25331139F8}" srcOrd="3" destOrd="0" presId="urn:microsoft.com/office/officeart/2005/8/layout/default"/>
    <dgm:cxn modelId="{4EB6F7FB-9F10-412E-860E-749158A4D2E0}" type="presParOf" srcId="{EC73DC65-0C9D-4844-81AD-18F9CF72C0CC}" destId="{3EE6B84E-658E-4A43-8223-399F8920CC68}" srcOrd="4" destOrd="0" presId="urn:microsoft.com/office/officeart/2005/8/layout/default"/>
    <dgm:cxn modelId="{D4CD87E2-8D87-430F-BA2F-6A3419928059}" type="presParOf" srcId="{EC73DC65-0C9D-4844-81AD-18F9CF72C0CC}" destId="{17F604F0-6CE6-4927-8CCE-30D5BF29BB3A}" srcOrd="5" destOrd="0" presId="urn:microsoft.com/office/officeart/2005/8/layout/default"/>
    <dgm:cxn modelId="{AD529B3E-56C0-4745-A625-F453CE6FC1EC}" type="presParOf" srcId="{EC73DC65-0C9D-4844-81AD-18F9CF72C0CC}" destId="{2C87B7F2-F77E-4FF2-B66C-442B381E007F}" srcOrd="6" destOrd="0" presId="urn:microsoft.com/office/officeart/2005/8/layout/default"/>
    <dgm:cxn modelId="{53C2BF19-26B0-417C-81FB-5830C83B4591}" type="presParOf" srcId="{EC73DC65-0C9D-4844-81AD-18F9CF72C0CC}" destId="{CCBC574A-C1C5-4014-A30C-DAC8396A371D}" srcOrd="7" destOrd="0" presId="urn:microsoft.com/office/officeart/2005/8/layout/default"/>
    <dgm:cxn modelId="{5BB716D6-BD54-4618-B246-D4C9E8AA2DC4}" type="presParOf" srcId="{EC73DC65-0C9D-4844-81AD-18F9CF72C0CC}" destId="{E83452E2-C384-4484-A86C-036F0A3E906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CDAA21-5103-4A1C-A924-621600EE43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55125F-5A7C-4519-80F6-67AD4A39868E}">
      <dgm:prSet/>
      <dgm:spPr/>
      <dgm:t>
        <a:bodyPr/>
        <a:lstStyle/>
        <a:p>
          <a:r>
            <a:rPr lang="en-US"/>
            <a:t>Explore the dataset</a:t>
          </a:r>
        </a:p>
      </dgm:t>
    </dgm:pt>
    <dgm:pt modelId="{AAEA0736-53FA-4FB5-B376-65E4D9F5DB1E}" type="parTrans" cxnId="{6A542265-E2D5-426D-A8B7-D3D6CB00A848}">
      <dgm:prSet/>
      <dgm:spPr/>
      <dgm:t>
        <a:bodyPr/>
        <a:lstStyle/>
        <a:p>
          <a:endParaRPr lang="en-US"/>
        </a:p>
      </dgm:t>
    </dgm:pt>
    <dgm:pt modelId="{1321D557-2B67-4C25-9261-42BDC241ACB5}" type="sibTrans" cxnId="{6A542265-E2D5-426D-A8B7-D3D6CB00A848}">
      <dgm:prSet/>
      <dgm:spPr/>
      <dgm:t>
        <a:bodyPr/>
        <a:lstStyle/>
        <a:p>
          <a:endParaRPr lang="en-US"/>
        </a:p>
      </dgm:t>
    </dgm:pt>
    <dgm:pt modelId="{1EE1A47B-8004-4DF4-BA66-0B580B6A5893}">
      <dgm:prSet/>
      <dgm:spPr/>
      <dgm:t>
        <a:bodyPr/>
        <a:lstStyle/>
        <a:p>
          <a:r>
            <a:rPr lang="en-US" dirty="0"/>
            <a:t>Find the best model</a:t>
          </a:r>
        </a:p>
      </dgm:t>
    </dgm:pt>
    <dgm:pt modelId="{65994266-182E-44B1-952C-36FB2F4E5FBC}" type="parTrans" cxnId="{0DE64E19-941F-425F-92F4-EA3D65319540}">
      <dgm:prSet/>
      <dgm:spPr/>
      <dgm:t>
        <a:bodyPr/>
        <a:lstStyle/>
        <a:p>
          <a:endParaRPr lang="en-US"/>
        </a:p>
      </dgm:t>
    </dgm:pt>
    <dgm:pt modelId="{9211E275-2C26-4810-9C6C-D72E5C1280A2}" type="sibTrans" cxnId="{0DE64E19-941F-425F-92F4-EA3D65319540}">
      <dgm:prSet/>
      <dgm:spPr/>
      <dgm:t>
        <a:bodyPr/>
        <a:lstStyle/>
        <a:p>
          <a:endParaRPr lang="en-US"/>
        </a:p>
      </dgm:t>
    </dgm:pt>
    <dgm:pt modelId="{E8EE686F-F49B-40F7-A9B2-EC884F2DD53C}">
      <dgm:prSet/>
      <dgm:spPr/>
      <dgm:t>
        <a:bodyPr/>
        <a:lstStyle/>
        <a:p>
          <a:r>
            <a:rPr lang="en-US"/>
            <a:t>Why is that model the best?</a:t>
          </a:r>
        </a:p>
      </dgm:t>
    </dgm:pt>
    <dgm:pt modelId="{1B83E5FE-BC57-4DAC-8092-8C3DDA7E1C3D}" type="parTrans" cxnId="{8AD9B921-0527-4890-A836-8D7DFA87250E}">
      <dgm:prSet/>
      <dgm:spPr/>
      <dgm:t>
        <a:bodyPr/>
        <a:lstStyle/>
        <a:p>
          <a:endParaRPr lang="en-US"/>
        </a:p>
      </dgm:t>
    </dgm:pt>
    <dgm:pt modelId="{AEB3222B-9DEC-4E36-93B5-B83C9D901B3D}" type="sibTrans" cxnId="{8AD9B921-0527-4890-A836-8D7DFA87250E}">
      <dgm:prSet/>
      <dgm:spPr/>
      <dgm:t>
        <a:bodyPr/>
        <a:lstStyle/>
        <a:p>
          <a:endParaRPr lang="en-US"/>
        </a:p>
      </dgm:t>
    </dgm:pt>
    <dgm:pt modelId="{4EE43395-E621-4708-9252-87333D5E15DA}">
      <dgm:prSet/>
      <dgm:spPr/>
      <dgm:t>
        <a:bodyPr/>
        <a:lstStyle/>
        <a:p>
          <a:r>
            <a:rPr lang="en-US"/>
            <a:t>Apply the model to testing data</a:t>
          </a:r>
        </a:p>
      </dgm:t>
    </dgm:pt>
    <dgm:pt modelId="{E07D22AD-4A74-449D-BA03-11E91E710802}" type="parTrans" cxnId="{1C25BA40-C5E5-4EC8-BAC1-DE8B7D943BEA}">
      <dgm:prSet/>
      <dgm:spPr/>
      <dgm:t>
        <a:bodyPr/>
        <a:lstStyle/>
        <a:p>
          <a:endParaRPr lang="en-US"/>
        </a:p>
      </dgm:t>
    </dgm:pt>
    <dgm:pt modelId="{FCA2871A-95BD-404A-A324-E3DCF565B565}" type="sibTrans" cxnId="{1C25BA40-C5E5-4EC8-BAC1-DE8B7D943BEA}">
      <dgm:prSet/>
      <dgm:spPr/>
      <dgm:t>
        <a:bodyPr/>
        <a:lstStyle/>
        <a:p>
          <a:endParaRPr lang="en-US"/>
        </a:p>
      </dgm:t>
    </dgm:pt>
    <dgm:pt modelId="{FBAF9D95-A614-4135-9733-0251F177BDA9}">
      <dgm:prSet/>
      <dgm:spPr/>
      <dgm:t>
        <a:bodyPr/>
        <a:lstStyle/>
        <a:p>
          <a:r>
            <a:rPr lang="en-US" dirty="0"/>
            <a:t>Derive key, actionable insights</a:t>
          </a:r>
        </a:p>
      </dgm:t>
    </dgm:pt>
    <dgm:pt modelId="{85B32A40-7975-44E9-86C9-CA149B715713}" type="parTrans" cxnId="{4BE06814-89B0-4157-A168-229CEEA10419}">
      <dgm:prSet/>
      <dgm:spPr/>
      <dgm:t>
        <a:bodyPr/>
        <a:lstStyle/>
        <a:p>
          <a:endParaRPr lang="en-US"/>
        </a:p>
      </dgm:t>
    </dgm:pt>
    <dgm:pt modelId="{B25D716D-76AA-407B-BD9C-0B8BB37AA527}" type="sibTrans" cxnId="{4BE06814-89B0-4157-A168-229CEEA10419}">
      <dgm:prSet/>
      <dgm:spPr/>
      <dgm:t>
        <a:bodyPr/>
        <a:lstStyle/>
        <a:p>
          <a:endParaRPr lang="en-US"/>
        </a:p>
      </dgm:t>
    </dgm:pt>
    <dgm:pt modelId="{63DDD79B-64A3-4FA9-ACBF-FB4587EA6111}" type="pres">
      <dgm:prSet presAssocID="{CDCDAA21-5103-4A1C-A924-621600EE43AB}" presName="diagram" presStyleCnt="0">
        <dgm:presLayoutVars>
          <dgm:dir/>
          <dgm:resizeHandles val="exact"/>
        </dgm:presLayoutVars>
      </dgm:prSet>
      <dgm:spPr/>
    </dgm:pt>
    <dgm:pt modelId="{8CB4944C-29D7-4640-9FAF-F2DFF85222DB}" type="pres">
      <dgm:prSet presAssocID="{4055125F-5A7C-4519-80F6-67AD4A39868E}" presName="node" presStyleLbl="node1" presStyleIdx="0" presStyleCnt="5">
        <dgm:presLayoutVars>
          <dgm:bulletEnabled val="1"/>
        </dgm:presLayoutVars>
      </dgm:prSet>
      <dgm:spPr/>
    </dgm:pt>
    <dgm:pt modelId="{E42A375E-C1C5-4BBC-93AC-E37A4E2D9BC5}" type="pres">
      <dgm:prSet presAssocID="{1321D557-2B67-4C25-9261-42BDC241ACB5}" presName="sibTrans" presStyleCnt="0"/>
      <dgm:spPr/>
    </dgm:pt>
    <dgm:pt modelId="{EE6D0E5F-95FB-43FE-B1E5-07570C4B3977}" type="pres">
      <dgm:prSet presAssocID="{1EE1A47B-8004-4DF4-BA66-0B580B6A5893}" presName="node" presStyleLbl="node1" presStyleIdx="1" presStyleCnt="5">
        <dgm:presLayoutVars>
          <dgm:bulletEnabled val="1"/>
        </dgm:presLayoutVars>
      </dgm:prSet>
      <dgm:spPr/>
    </dgm:pt>
    <dgm:pt modelId="{9EE84A73-1512-454B-885F-F1598B107E94}" type="pres">
      <dgm:prSet presAssocID="{9211E275-2C26-4810-9C6C-D72E5C1280A2}" presName="sibTrans" presStyleCnt="0"/>
      <dgm:spPr/>
    </dgm:pt>
    <dgm:pt modelId="{D2DDD113-A0E4-4E31-9A74-CBFA587FC68F}" type="pres">
      <dgm:prSet presAssocID="{E8EE686F-F49B-40F7-A9B2-EC884F2DD53C}" presName="node" presStyleLbl="node1" presStyleIdx="2" presStyleCnt="5">
        <dgm:presLayoutVars>
          <dgm:bulletEnabled val="1"/>
        </dgm:presLayoutVars>
      </dgm:prSet>
      <dgm:spPr/>
    </dgm:pt>
    <dgm:pt modelId="{864FBCC6-7D95-4EFC-B754-F0A33044B31B}" type="pres">
      <dgm:prSet presAssocID="{AEB3222B-9DEC-4E36-93B5-B83C9D901B3D}" presName="sibTrans" presStyleCnt="0"/>
      <dgm:spPr/>
    </dgm:pt>
    <dgm:pt modelId="{B3A35FB5-FA62-4280-958D-82E752BDF954}" type="pres">
      <dgm:prSet presAssocID="{4EE43395-E621-4708-9252-87333D5E15DA}" presName="node" presStyleLbl="node1" presStyleIdx="3" presStyleCnt="5">
        <dgm:presLayoutVars>
          <dgm:bulletEnabled val="1"/>
        </dgm:presLayoutVars>
      </dgm:prSet>
      <dgm:spPr/>
    </dgm:pt>
    <dgm:pt modelId="{87C2BFAC-4A74-408F-ADD5-D40425A1E2EF}" type="pres">
      <dgm:prSet presAssocID="{FCA2871A-95BD-404A-A324-E3DCF565B565}" presName="sibTrans" presStyleCnt="0"/>
      <dgm:spPr/>
    </dgm:pt>
    <dgm:pt modelId="{89910B69-3F66-4447-8EFE-89CE2D94D210}" type="pres">
      <dgm:prSet presAssocID="{FBAF9D95-A614-4135-9733-0251F177BDA9}" presName="node" presStyleLbl="node1" presStyleIdx="4" presStyleCnt="5">
        <dgm:presLayoutVars>
          <dgm:bulletEnabled val="1"/>
        </dgm:presLayoutVars>
      </dgm:prSet>
      <dgm:spPr/>
    </dgm:pt>
  </dgm:ptLst>
  <dgm:cxnLst>
    <dgm:cxn modelId="{37784D00-4DF4-4991-B5E6-D6752EDA40B4}" type="presOf" srcId="{E8EE686F-F49B-40F7-A9B2-EC884F2DD53C}" destId="{D2DDD113-A0E4-4E31-9A74-CBFA587FC68F}" srcOrd="0" destOrd="0" presId="urn:microsoft.com/office/officeart/2005/8/layout/default"/>
    <dgm:cxn modelId="{1E6D060B-761F-4C6E-A8F8-08B82B9FD1C6}" type="presOf" srcId="{FBAF9D95-A614-4135-9733-0251F177BDA9}" destId="{89910B69-3F66-4447-8EFE-89CE2D94D210}" srcOrd="0" destOrd="0" presId="urn:microsoft.com/office/officeart/2005/8/layout/default"/>
    <dgm:cxn modelId="{4BE06814-89B0-4157-A168-229CEEA10419}" srcId="{CDCDAA21-5103-4A1C-A924-621600EE43AB}" destId="{FBAF9D95-A614-4135-9733-0251F177BDA9}" srcOrd="4" destOrd="0" parTransId="{85B32A40-7975-44E9-86C9-CA149B715713}" sibTransId="{B25D716D-76AA-407B-BD9C-0B8BB37AA527}"/>
    <dgm:cxn modelId="{0DE64E19-941F-425F-92F4-EA3D65319540}" srcId="{CDCDAA21-5103-4A1C-A924-621600EE43AB}" destId="{1EE1A47B-8004-4DF4-BA66-0B580B6A5893}" srcOrd="1" destOrd="0" parTransId="{65994266-182E-44B1-952C-36FB2F4E5FBC}" sibTransId="{9211E275-2C26-4810-9C6C-D72E5C1280A2}"/>
    <dgm:cxn modelId="{8AD9B921-0527-4890-A836-8D7DFA87250E}" srcId="{CDCDAA21-5103-4A1C-A924-621600EE43AB}" destId="{E8EE686F-F49B-40F7-A9B2-EC884F2DD53C}" srcOrd="2" destOrd="0" parTransId="{1B83E5FE-BC57-4DAC-8092-8C3DDA7E1C3D}" sibTransId="{AEB3222B-9DEC-4E36-93B5-B83C9D901B3D}"/>
    <dgm:cxn modelId="{1C25BA40-C5E5-4EC8-BAC1-DE8B7D943BEA}" srcId="{CDCDAA21-5103-4A1C-A924-621600EE43AB}" destId="{4EE43395-E621-4708-9252-87333D5E15DA}" srcOrd="3" destOrd="0" parTransId="{E07D22AD-4A74-449D-BA03-11E91E710802}" sibTransId="{FCA2871A-95BD-404A-A324-E3DCF565B565}"/>
    <dgm:cxn modelId="{AF60545C-E222-4DE4-9506-45320EAED5A5}" type="presOf" srcId="{1EE1A47B-8004-4DF4-BA66-0B580B6A5893}" destId="{EE6D0E5F-95FB-43FE-B1E5-07570C4B3977}" srcOrd="0" destOrd="0" presId="urn:microsoft.com/office/officeart/2005/8/layout/default"/>
    <dgm:cxn modelId="{6A542265-E2D5-426D-A8B7-D3D6CB00A848}" srcId="{CDCDAA21-5103-4A1C-A924-621600EE43AB}" destId="{4055125F-5A7C-4519-80F6-67AD4A39868E}" srcOrd="0" destOrd="0" parTransId="{AAEA0736-53FA-4FB5-B376-65E4D9F5DB1E}" sibTransId="{1321D557-2B67-4C25-9261-42BDC241ACB5}"/>
    <dgm:cxn modelId="{DF0EA59A-1381-436E-BD42-BE6B8AF236D1}" type="presOf" srcId="{CDCDAA21-5103-4A1C-A924-621600EE43AB}" destId="{63DDD79B-64A3-4FA9-ACBF-FB4587EA6111}" srcOrd="0" destOrd="0" presId="urn:microsoft.com/office/officeart/2005/8/layout/default"/>
    <dgm:cxn modelId="{09B835A1-B5E7-4829-912D-F64EC2D30E37}" type="presOf" srcId="{4EE43395-E621-4708-9252-87333D5E15DA}" destId="{B3A35FB5-FA62-4280-958D-82E752BDF954}" srcOrd="0" destOrd="0" presId="urn:microsoft.com/office/officeart/2005/8/layout/default"/>
    <dgm:cxn modelId="{BFE2A7F0-4A34-4341-B29A-1685B006DF16}" type="presOf" srcId="{4055125F-5A7C-4519-80F6-67AD4A39868E}" destId="{8CB4944C-29D7-4640-9FAF-F2DFF85222DB}" srcOrd="0" destOrd="0" presId="urn:microsoft.com/office/officeart/2005/8/layout/default"/>
    <dgm:cxn modelId="{F65C22BD-D6E6-4726-95B7-7AB2D9AF4975}" type="presParOf" srcId="{63DDD79B-64A3-4FA9-ACBF-FB4587EA6111}" destId="{8CB4944C-29D7-4640-9FAF-F2DFF85222DB}" srcOrd="0" destOrd="0" presId="urn:microsoft.com/office/officeart/2005/8/layout/default"/>
    <dgm:cxn modelId="{5A2ACB1D-B540-465A-9648-ABD8A8F627AF}" type="presParOf" srcId="{63DDD79B-64A3-4FA9-ACBF-FB4587EA6111}" destId="{E42A375E-C1C5-4BBC-93AC-E37A4E2D9BC5}" srcOrd="1" destOrd="0" presId="urn:microsoft.com/office/officeart/2005/8/layout/default"/>
    <dgm:cxn modelId="{B2AD1A7B-6833-4BA3-94EA-84BAF388986A}" type="presParOf" srcId="{63DDD79B-64A3-4FA9-ACBF-FB4587EA6111}" destId="{EE6D0E5F-95FB-43FE-B1E5-07570C4B3977}" srcOrd="2" destOrd="0" presId="urn:microsoft.com/office/officeart/2005/8/layout/default"/>
    <dgm:cxn modelId="{E251F2D8-763B-4EDB-9F5E-EB9741B6EF0E}" type="presParOf" srcId="{63DDD79B-64A3-4FA9-ACBF-FB4587EA6111}" destId="{9EE84A73-1512-454B-885F-F1598B107E94}" srcOrd="3" destOrd="0" presId="urn:microsoft.com/office/officeart/2005/8/layout/default"/>
    <dgm:cxn modelId="{7D2037AE-8DD4-4A8B-87BB-4F17BF1DA5DD}" type="presParOf" srcId="{63DDD79B-64A3-4FA9-ACBF-FB4587EA6111}" destId="{D2DDD113-A0E4-4E31-9A74-CBFA587FC68F}" srcOrd="4" destOrd="0" presId="urn:microsoft.com/office/officeart/2005/8/layout/default"/>
    <dgm:cxn modelId="{12329C49-91AB-4EE9-8CC7-268FCC1CCB4B}" type="presParOf" srcId="{63DDD79B-64A3-4FA9-ACBF-FB4587EA6111}" destId="{864FBCC6-7D95-4EFC-B754-F0A33044B31B}" srcOrd="5" destOrd="0" presId="urn:microsoft.com/office/officeart/2005/8/layout/default"/>
    <dgm:cxn modelId="{97C43048-CA69-4E1A-A0B9-48F3F763A6EE}" type="presParOf" srcId="{63DDD79B-64A3-4FA9-ACBF-FB4587EA6111}" destId="{B3A35FB5-FA62-4280-958D-82E752BDF954}" srcOrd="6" destOrd="0" presId="urn:microsoft.com/office/officeart/2005/8/layout/default"/>
    <dgm:cxn modelId="{FD7E8BDE-75EF-40E2-BE33-357152BCE6AC}" type="presParOf" srcId="{63DDD79B-64A3-4FA9-ACBF-FB4587EA6111}" destId="{87C2BFAC-4A74-408F-ADD5-D40425A1E2EF}" srcOrd="7" destOrd="0" presId="urn:microsoft.com/office/officeart/2005/8/layout/default"/>
    <dgm:cxn modelId="{D52FD7D4-D885-41CF-ACBF-EEAFC656E5F4}" type="presParOf" srcId="{63DDD79B-64A3-4FA9-ACBF-FB4587EA6111}" destId="{89910B69-3F66-4447-8EFE-89CE2D94D21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CF9010-58DC-4850-BB9C-54134872B86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0402A1A-8F18-476C-BA85-6C3AD31ED04A}">
      <dgm:prSet/>
      <dgm:spPr/>
      <dgm:t>
        <a:bodyPr/>
        <a:lstStyle/>
        <a:p>
          <a:r>
            <a:rPr lang="en-US" dirty="0"/>
            <a:t>Remove observations with missing or invalid income</a:t>
          </a:r>
        </a:p>
      </dgm:t>
    </dgm:pt>
    <dgm:pt modelId="{C8FCFC2D-CC09-4123-9EEE-C866711C2D74}" type="parTrans" cxnId="{B1202D37-D1E6-48B3-AE1A-9D3181FD461F}">
      <dgm:prSet/>
      <dgm:spPr/>
      <dgm:t>
        <a:bodyPr/>
        <a:lstStyle/>
        <a:p>
          <a:endParaRPr lang="en-US"/>
        </a:p>
      </dgm:t>
    </dgm:pt>
    <dgm:pt modelId="{F1292EAF-CD54-4876-AE70-3FF539A5D3A5}" type="sibTrans" cxnId="{B1202D37-D1E6-48B3-AE1A-9D3181FD461F}">
      <dgm:prSet phldrT="1" phldr="0"/>
      <dgm:spPr/>
      <dgm:t>
        <a:bodyPr/>
        <a:lstStyle/>
        <a:p>
          <a:endParaRPr lang="en-US" dirty="0"/>
        </a:p>
      </dgm:t>
    </dgm:pt>
    <dgm:pt modelId="{94089CBA-4059-4C5C-BAE0-1B3357D0F586}">
      <dgm:prSet/>
      <dgm:spPr/>
      <dgm:t>
        <a:bodyPr/>
        <a:lstStyle/>
        <a:p>
          <a:r>
            <a:rPr lang="en-US" dirty="0"/>
            <a:t>Remove observations without complete information on all predictors</a:t>
          </a:r>
        </a:p>
      </dgm:t>
    </dgm:pt>
    <dgm:pt modelId="{B9003F9D-CC16-41B1-8063-333F7E1BB345}" type="parTrans" cxnId="{516D66B5-3E80-4F0C-B22B-718AA43733A1}">
      <dgm:prSet/>
      <dgm:spPr/>
      <dgm:t>
        <a:bodyPr/>
        <a:lstStyle/>
        <a:p>
          <a:endParaRPr lang="en-US"/>
        </a:p>
      </dgm:t>
    </dgm:pt>
    <dgm:pt modelId="{D4322550-658F-4822-B184-9D8459D01988}" type="sibTrans" cxnId="{516D66B5-3E80-4F0C-B22B-718AA43733A1}">
      <dgm:prSet phldrT="2" phldr="0"/>
      <dgm:spPr/>
      <dgm:t>
        <a:bodyPr/>
        <a:lstStyle/>
        <a:p>
          <a:endParaRPr lang="en-US" dirty="0"/>
        </a:p>
      </dgm:t>
    </dgm:pt>
    <dgm:pt modelId="{08EAB098-AFD9-4BA6-8C79-481873C05148}">
      <dgm:prSet/>
      <dgm:spPr/>
      <dgm:t>
        <a:bodyPr/>
        <a:lstStyle/>
        <a:p>
          <a:r>
            <a:rPr lang="en-US"/>
            <a:t>Use logarithm of income data to account for income data being highly right-skewed</a:t>
          </a:r>
        </a:p>
      </dgm:t>
    </dgm:pt>
    <dgm:pt modelId="{59A1761F-6E96-48B9-A03E-E78F67FF8A1D}" type="parTrans" cxnId="{780A01E2-1010-41D5-B2E4-C5F7CB5AB684}">
      <dgm:prSet/>
      <dgm:spPr/>
      <dgm:t>
        <a:bodyPr/>
        <a:lstStyle/>
        <a:p>
          <a:endParaRPr lang="en-US"/>
        </a:p>
      </dgm:t>
    </dgm:pt>
    <dgm:pt modelId="{FD069D6A-2DCF-4D06-9054-EB0983A91BE3}" type="sibTrans" cxnId="{780A01E2-1010-41D5-B2E4-C5F7CB5AB684}">
      <dgm:prSet phldrT="3" phldr="0"/>
      <dgm:spPr/>
      <dgm:t>
        <a:bodyPr/>
        <a:lstStyle/>
        <a:p>
          <a:endParaRPr lang="en-US" dirty="0"/>
        </a:p>
      </dgm:t>
    </dgm:pt>
    <dgm:pt modelId="{13FB6A1D-86E0-46EE-B7C9-F0A93C07ED21}">
      <dgm:prSet/>
      <dgm:spPr/>
      <dgm:t>
        <a:bodyPr/>
        <a:lstStyle/>
        <a:p>
          <a:r>
            <a:rPr lang="en-US"/>
            <a:t>Convert data back into dollar units when testing</a:t>
          </a:r>
        </a:p>
      </dgm:t>
    </dgm:pt>
    <dgm:pt modelId="{30A95713-F4FD-439B-A649-943799307201}" type="parTrans" cxnId="{CB433A7F-878B-4DDC-9A27-5C2A1D3A5703}">
      <dgm:prSet/>
      <dgm:spPr/>
      <dgm:t>
        <a:bodyPr/>
        <a:lstStyle/>
        <a:p>
          <a:endParaRPr lang="en-US"/>
        </a:p>
      </dgm:t>
    </dgm:pt>
    <dgm:pt modelId="{4BB2202C-6876-4CE1-8397-EAFD60C5D6DA}" type="sibTrans" cxnId="{CB433A7F-878B-4DDC-9A27-5C2A1D3A5703}">
      <dgm:prSet phldrT="4" phldr="0"/>
      <dgm:spPr/>
      <dgm:t>
        <a:bodyPr/>
        <a:lstStyle/>
        <a:p>
          <a:endParaRPr lang="en-US" dirty="0"/>
        </a:p>
      </dgm:t>
    </dgm:pt>
    <dgm:pt modelId="{D2AAFAB2-247F-4A0A-BD26-AE4E032D31E7}">
      <dgm:prSet/>
      <dgm:spPr/>
      <dgm:t>
        <a:bodyPr/>
        <a:lstStyle/>
        <a:p>
          <a:r>
            <a:rPr lang="en-US"/>
            <a:t>Derive introductory analysis – what factors should we be searching for?</a:t>
          </a:r>
        </a:p>
      </dgm:t>
    </dgm:pt>
    <dgm:pt modelId="{82B78E1F-AAD6-4572-8233-05EB683A490D}" type="parTrans" cxnId="{D9270488-91F2-4929-B895-53FAA347275A}">
      <dgm:prSet/>
      <dgm:spPr/>
      <dgm:t>
        <a:bodyPr/>
        <a:lstStyle/>
        <a:p>
          <a:endParaRPr lang="en-US"/>
        </a:p>
      </dgm:t>
    </dgm:pt>
    <dgm:pt modelId="{3C720B16-0CF9-4E2C-AAFF-539175BA3AD8}" type="sibTrans" cxnId="{D9270488-91F2-4929-B895-53FAA347275A}">
      <dgm:prSet phldrT="5" phldr="0"/>
      <dgm:spPr/>
      <dgm:t>
        <a:bodyPr/>
        <a:lstStyle/>
        <a:p>
          <a:endParaRPr lang="en-US"/>
        </a:p>
      </dgm:t>
    </dgm:pt>
    <dgm:pt modelId="{A9AED982-D3BB-4351-AE1E-7071ECB6FE48}" type="pres">
      <dgm:prSet presAssocID="{B1CF9010-58DC-4850-BB9C-54134872B865}" presName="Name0" presStyleCnt="0">
        <dgm:presLayoutVars>
          <dgm:dir/>
          <dgm:resizeHandles val="exact"/>
        </dgm:presLayoutVars>
      </dgm:prSet>
      <dgm:spPr/>
    </dgm:pt>
    <dgm:pt modelId="{B2E17F94-87DB-49A5-9E9B-7A74933B1BC2}" type="pres">
      <dgm:prSet presAssocID="{20402A1A-8F18-476C-BA85-6C3AD31ED04A}" presName="node" presStyleLbl="node1" presStyleIdx="0" presStyleCnt="5">
        <dgm:presLayoutVars>
          <dgm:bulletEnabled val="1"/>
        </dgm:presLayoutVars>
      </dgm:prSet>
      <dgm:spPr/>
    </dgm:pt>
    <dgm:pt modelId="{9267A632-9460-4D3C-8459-253F20060BA9}" type="pres">
      <dgm:prSet presAssocID="{F1292EAF-CD54-4876-AE70-3FF539A5D3A5}" presName="sibTrans" presStyleLbl="sibTrans1D1" presStyleIdx="0" presStyleCnt="4" custFlipVert="1" custSzY="117383"/>
      <dgm:spPr/>
    </dgm:pt>
    <dgm:pt modelId="{7AE279CD-9E58-4C30-B75E-2324A796707D}" type="pres">
      <dgm:prSet presAssocID="{F1292EAF-CD54-4876-AE70-3FF539A5D3A5}" presName="connectorText" presStyleLbl="sibTrans1D1" presStyleIdx="0" presStyleCnt="4"/>
      <dgm:spPr/>
    </dgm:pt>
    <dgm:pt modelId="{4CD6BA8A-0BF5-47B5-B7FB-02F6D77B0EC3}" type="pres">
      <dgm:prSet presAssocID="{94089CBA-4059-4C5C-BAE0-1B3357D0F586}" presName="node" presStyleLbl="node1" presStyleIdx="1" presStyleCnt="5">
        <dgm:presLayoutVars>
          <dgm:bulletEnabled val="1"/>
        </dgm:presLayoutVars>
      </dgm:prSet>
      <dgm:spPr/>
    </dgm:pt>
    <dgm:pt modelId="{00360138-ACFC-483F-9028-B24A84AB9B00}" type="pres">
      <dgm:prSet presAssocID="{D4322550-658F-4822-B184-9D8459D01988}" presName="sibTrans" presStyleLbl="sibTrans1D1" presStyleIdx="1" presStyleCnt="4"/>
      <dgm:spPr/>
    </dgm:pt>
    <dgm:pt modelId="{294577A9-55EE-45E7-BC2D-56C1D0809FEA}" type="pres">
      <dgm:prSet presAssocID="{D4322550-658F-4822-B184-9D8459D01988}" presName="connectorText" presStyleLbl="sibTrans1D1" presStyleIdx="1" presStyleCnt="4"/>
      <dgm:spPr/>
    </dgm:pt>
    <dgm:pt modelId="{FA9A99DB-CF81-478E-8A82-261CBCF8CB05}" type="pres">
      <dgm:prSet presAssocID="{08EAB098-AFD9-4BA6-8C79-481873C05148}" presName="node" presStyleLbl="node1" presStyleIdx="2" presStyleCnt="5">
        <dgm:presLayoutVars>
          <dgm:bulletEnabled val="1"/>
        </dgm:presLayoutVars>
      </dgm:prSet>
      <dgm:spPr/>
    </dgm:pt>
    <dgm:pt modelId="{B0DFE2E9-D89D-4CE1-BA23-35CAA5EF534E}" type="pres">
      <dgm:prSet presAssocID="{FD069D6A-2DCF-4D06-9054-EB0983A91BE3}" presName="sibTrans" presStyleLbl="sibTrans1D1" presStyleIdx="2" presStyleCnt="4"/>
      <dgm:spPr/>
    </dgm:pt>
    <dgm:pt modelId="{279B43E4-6DB8-4D2D-9EAD-C5760BD7514E}" type="pres">
      <dgm:prSet presAssocID="{FD069D6A-2DCF-4D06-9054-EB0983A91BE3}" presName="connectorText" presStyleLbl="sibTrans1D1" presStyleIdx="2" presStyleCnt="4"/>
      <dgm:spPr/>
    </dgm:pt>
    <dgm:pt modelId="{3A347577-8974-4E73-A697-787087A5F562}" type="pres">
      <dgm:prSet presAssocID="{13FB6A1D-86E0-46EE-B7C9-F0A93C07ED21}" presName="node" presStyleLbl="node1" presStyleIdx="3" presStyleCnt="5">
        <dgm:presLayoutVars>
          <dgm:bulletEnabled val="1"/>
        </dgm:presLayoutVars>
      </dgm:prSet>
      <dgm:spPr/>
    </dgm:pt>
    <dgm:pt modelId="{5650379E-9A5A-41A9-AF47-7B08B3D703F3}" type="pres">
      <dgm:prSet presAssocID="{4BB2202C-6876-4CE1-8397-EAFD60C5D6DA}" presName="sibTrans" presStyleLbl="sibTrans1D1" presStyleIdx="3" presStyleCnt="4"/>
      <dgm:spPr/>
    </dgm:pt>
    <dgm:pt modelId="{CBC8211C-4E62-49BB-B1B8-5A39454F1117}" type="pres">
      <dgm:prSet presAssocID="{4BB2202C-6876-4CE1-8397-EAFD60C5D6DA}" presName="connectorText" presStyleLbl="sibTrans1D1" presStyleIdx="3" presStyleCnt="4"/>
      <dgm:spPr/>
    </dgm:pt>
    <dgm:pt modelId="{6F4D5C5F-5296-495E-B0C7-E8B385CB5272}" type="pres">
      <dgm:prSet presAssocID="{D2AAFAB2-247F-4A0A-BD26-AE4E032D31E7}" presName="node" presStyleLbl="node1" presStyleIdx="4" presStyleCnt="5">
        <dgm:presLayoutVars>
          <dgm:bulletEnabled val="1"/>
        </dgm:presLayoutVars>
      </dgm:prSet>
      <dgm:spPr/>
    </dgm:pt>
  </dgm:ptLst>
  <dgm:cxnLst>
    <dgm:cxn modelId="{50112E27-A8A8-4CEA-909C-24B7BAF2123C}" type="presOf" srcId="{13FB6A1D-86E0-46EE-B7C9-F0A93C07ED21}" destId="{3A347577-8974-4E73-A697-787087A5F562}" srcOrd="0" destOrd="0" presId="urn:microsoft.com/office/officeart/2016/7/layout/RepeatingBendingProcessNew"/>
    <dgm:cxn modelId="{B7CDBE29-8D69-4EAB-956E-1008E9D00826}" type="presOf" srcId="{FD069D6A-2DCF-4D06-9054-EB0983A91BE3}" destId="{279B43E4-6DB8-4D2D-9EAD-C5760BD7514E}" srcOrd="1" destOrd="0" presId="urn:microsoft.com/office/officeart/2016/7/layout/RepeatingBendingProcessNew"/>
    <dgm:cxn modelId="{B1202D37-D1E6-48B3-AE1A-9D3181FD461F}" srcId="{B1CF9010-58DC-4850-BB9C-54134872B865}" destId="{20402A1A-8F18-476C-BA85-6C3AD31ED04A}" srcOrd="0" destOrd="0" parTransId="{C8FCFC2D-CC09-4123-9EEE-C866711C2D74}" sibTransId="{F1292EAF-CD54-4876-AE70-3FF539A5D3A5}"/>
    <dgm:cxn modelId="{B3E9FF39-B9D8-4121-9170-ECAD34CAFF60}" type="presOf" srcId="{F1292EAF-CD54-4876-AE70-3FF539A5D3A5}" destId="{9267A632-9460-4D3C-8459-253F20060BA9}" srcOrd="0" destOrd="0" presId="urn:microsoft.com/office/officeart/2016/7/layout/RepeatingBendingProcessNew"/>
    <dgm:cxn modelId="{E389996D-DFF2-4DD1-93BA-C3437A920314}" type="presOf" srcId="{D4322550-658F-4822-B184-9D8459D01988}" destId="{294577A9-55EE-45E7-BC2D-56C1D0809FEA}" srcOrd="1" destOrd="0" presId="urn:microsoft.com/office/officeart/2016/7/layout/RepeatingBendingProcessNew"/>
    <dgm:cxn modelId="{992E6756-A51A-4B29-B6CF-5716A966DDF9}" type="presOf" srcId="{B1CF9010-58DC-4850-BB9C-54134872B865}" destId="{A9AED982-D3BB-4351-AE1E-7071ECB6FE48}" srcOrd="0" destOrd="0" presId="urn:microsoft.com/office/officeart/2016/7/layout/RepeatingBendingProcessNew"/>
    <dgm:cxn modelId="{CB433A7F-878B-4DDC-9A27-5C2A1D3A5703}" srcId="{B1CF9010-58DC-4850-BB9C-54134872B865}" destId="{13FB6A1D-86E0-46EE-B7C9-F0A93C07ED21}" srcOrd="3" destOrd="0" parTransId="{30A95713-F4FD-439B-A649-943799307201}" sibTransId="{4BB2202C-6876-4CE1-8397-EAFD60C5D6DA}"/>
    <dgm:cxn modelId="{1AF42681-998C-4493-B7EA-D5FC22851BA3}" type="presOf" srcId="{D2AAFAB2-247F-4A0A-BD26-AE4E032D31E7}" destId="{6F4D5C5F-5296-495E-B0C7-E8B385CB5272}" srcOrd="0" destOrd="0" presId="urn:microsoft.com/office/officeart/2016/7/layout/RepeatingBendingProcessNew"/>
    <dgm:cxn modelId="{00D7ED84-C028-4D9B-AF7C-D77683DB12F0}" type="presOf" srcId="{4BB2202C-6876-4CE1-8397-EAFD60C5D6DA}" destId="{5650379E-9A5A-41A9-AF47-7B08B3D703F3}" srcOrd="0" destOrd="0" presId="urn:microsoft.com/office/officeart/2016/7/layout/RepeatingBendingProcessNew"/>
    <dgm:cxn modelId="{D9270488-91F2-4929-B895-53FAA347275A}" srcId="{B1CF9010-58DC-4850-BB9C-54134872B865}" destId="{D2AAFAB2-247F-4A0A-BD26-AE4E032D31E7}" srcOrd="4" destOrd="0" parTransId="{82B78E1F-AAD6-4572-8233-05EB683A490D}" sibTransId="{3C720B16-0CF9-4E2C-AAFF-539175BA3AD8}"/>
    <dgm:cxn modelId="{DA59DA8C-0FEF-4996-93E2-15CB9F50CFA7}" type="presOf" srcId="{20402A1A-8F18-476C-BA85-6C3AD31ED04A}" destId="{B2E17F94-87DB-49A5-9E9B-7A74933B1BC2}" srcOrd="0" destOrd="0" presId="urn:microsoft.com/office/officeart/2016/7/layout/RepeatingBendingProcessNew"/>
    <dgm:cxn modelId="{34B526AE-71CA-4816-929B-CC11640F2975}" type="presOf" srcId="{D4322550-658F-4822-B184-9D8459D01988}" destId="{00360138-ACFC-483F-9028-B24A84AB9B00}" srcOrd="0" destOrd="0" presId="urn:microsoft.com/office/officeart/2016/7/layout/RepeatingBendingProcessNew"/>
    <dgm:cxn modelId="{BBCC85AE-6C09-4FF7-A53E-9BC40DFDE0F0}" type="presOf" srcId="{94089CBA-4059-4C5C-BAE0-1B3357D0F586}" destId="{4CD6BA8A-0BF5-47B5-B7FB-02F6D77B0EC3}" srcOrd="0" destOrd="0" presId="urn:microsoft.com/office/officeart/2016/7/layout/RepeatingBendingProcessNew"/>
    <dgm:cxn modelId="{516D66B5-3E80-4F0C-B22B-718AA43733A1}" srcId="{B1CF9010-58DC-4850-BB9C-54134872B865}" destId="{94089CBA-4059-4C5C-BAE0-1B3357D0F586}" srcOrd="1" destOrd="0" parTransId="{B9003F9D-CC16-41B1-8063-333F7E1BB345}" sibTransId="{D4322550-658F-4822-B184-9D8459D01988}"/>
    <dgm:cxn modelId="{F267DEB9-F642-46E4-A68B-9A656C13DAEB}" type="presOf" srcId="{4BB2202C-6876-4CE1-8397-EAFD60C5D6DA}" destId="{CBC8211C-4E62-49BB-B1B8-5A39454F1117}" srcOrd="1" destOrd="0" presId="urn:microsoft.com/office/officeart/2016/7/layout/RepeatingBendingProcessNew"/>
    <dgm:cxn modelId="{73CDEFDE-5DD7-4C15-8115-5B9C9C5C461A}" type="presOf" srcId="{F1292EAF-CD54-4876-AE70-3FF539A5D3A5}" destId="{7AE279CD-9E58-4C30-B75E-2324A796707D}" srcOrd="1" destOrd="0" presId="urn:microsoft.com/office/officeart/2016/7/layout/RepeatingBendingProcessNew"/>
    <dgm:cxn modelId="{5DD3FEE0-C7FF-419A-BB0A-8B7262429A8D}" type="presOf" srcId="{08EAB098-AFD9-4BA6-8C79-481873C05148}" destId="{FA9A99DB-CF81-478E-8A82-261CBCF8CB05}" srcOrd="0" destOrd="0" presId="urn:microsoft.com/office/officeart/2016/7/layout/RepeatingBendingProcessNew"/>
    <dgm:cxn modelId="{780A01E2-1010-41D5-B2E4-C5F7CB5AB684}" srcId="{B1CF9010-58DC-4850-BB9C-54134872B865}" destId="{08EAB098-AFD9-4BA6-8C79-481873C05148}" srcOrd="2" destOrd="0" parTransId="{59A1761F-6E96-48B9-A03E-E78F67FF8A1D}" sibTransId="{FD069D6A-2DCF-4D06-9054-EB0983A91BE3}"/>
    <dgm:cxn modelId="{99C9FBE5-F8D0-40B7-8FEB-9B9B5BF944DF}" type="presOf" srcId="{FD069D6A-2DCF-4D06-9054-EB0983A91BE3}" destId="{B0DFE2E9-D89D-4CE1-BA23-35CAA5EF534E}" srcOrd="0" destOrd="0" presId="urn:microsoft.com/office/officeart/2016/7/layout/RepeatingBendingProcessNew"/>
    <dgm:cxn modelId="{34E699A3-9A7C-4F00-9193-968B56AF3AF6}" type="presParOf" srcId="{A9AED982-D3BB-4351-AE1E-7071ECB6FE48}" destId="{B2E17F94-87DB-49A5-9E9B-7A74933B1BC2}" srcOrd="0" destOrd="0" presId="urn:microsoft.com/office/officeart/2016/7/layout/RepeatingBendingProcessNew"/>
    <dgm:cxn modelId="{2B1678C3-CA4F-4077-8023-87EE070D6650}" type="presParOf" srcId="{A9AED982-D3BB-4351-AE1E-7071ECB6FE48}" destId="{9267A632-9460-4D3C-8459-253F20060BA9}" srcOrd="1" destOrd="0" presId="urn:microsoft.com/office/officeart/2016/7/layout/RepeatingBendingProcessNew"/>
    <dgm:cxn modelId="{A09E8D3C-17CC-4581-A6F7-FD15D22A9E7F}" type="presParOf" srcId="{9267A632-9460-4D3C-8459-253F20060BA9}" destId="{7AE279CD-9E58-4C30-B75E-2324A796707D}" srcOrd="0" destOrd="0" presId="urn:microsoft.com/office/officeart/2016/7/layout/RepeatingBendingProcessNew"/>
    <dgm:cxn modelId="{10E8FE83-40F4-4224-87B1-02DBE9D1737E}" type="presParOf" srcId="{A9AED982-D3BB-4351-AE1E-7071ECB6FE48}" destId="{4CD6BA8A-0BF5-47B5-B7FB-02F6D77B0EC3}" srcOrd="2" destOrd="0" presId="urn:microsoft.com/office/officeart/2016/7/layout/RepeatingBendingProcessNew"/>
    <dgm:cxn modelId="{28BAF50E-B1A9-4E33-88F7-2610D57B53B6}" type="presParOf" srcId="{A9AED982-D3BB-4351-AE1E-7071ECB6FE48}" destId="{00360138-ACFC-483F-9028-B24A84AB9B00}" srcOrd="3" destOrd="0" presId="urn:microsoft.com/office/officeart/2016/7/layout/RepeatingBendingProcessNew"/>
    <dgm:cxn modelId="{7499C46E-BE8B-4224-821D-FED18CD2A4D1}" type="presParOf" srcId="{00360138-ACFC-483F-9028-B24A84AB9B00}" destId="{294577A9-55EE-45E7-BC2D-56C1D0809FEA}" srcOrd="0" destOrd="0" presId="urn:microsoft.com/office/officeart/2016/7/layout/RepeatingBendingProcessNew"/>
    <dgm:cxn modelId="{F1157ED2-089F-4025-9265-3FD069CB8043}" type="presParOf" srcId="{A9AED982-D3BB-4351-AE1E-7071ECB6FE48}" destId="{FA9A99DB-CF81-478E-8A82-261CBCF8CB05}" srcOrd="4" destOrd="0" presId="urn:microsoft.com/office/officeart/2016/7/layout/RepeatingBendingProcessNew"/>
    <dgm:cxn modelId="{E5D2CE41-B94D-4EFA-A4A7-26CF3829F1FC}" type="presParOf" srcId="{A9AED982-D3BB-4351-AE1E-7071ECB6FE48}" destId="{B0DFE2E9-D89D-4CE1-BA23-35CAA5EF534E}" srcOrd="5" destOrd="0" presId="urn:microsoft.com/office/officeart/2016/7/layout/RepeatingBendingProcessNew"/>
    <dgm:cxn modelId="{0FA57E79-84A9-4E4A-8CBD-6ED999610C2B}" type="presParOf" srcId="{B0DFE2E9-D89D-4CE1-BA23-35CAA5EF534E}" destId="{279B43E4-6DB8-4D2D-9EAD-C5760BD7514E}" srcOrd="0" destOrd="0" presId="urn:microsoft.com/office/officeart/2016/7/layout/RepeatingBendingProcessNew"/>
    <dgm:cxn modelId="{934D1D1C-9792-4B72-85D4-7AA720061D87}" type="presParOf" srcId="{A9AED982-D3BB-4351-AE1E-7071ECB6FE48}" destId="{3A347577-8974-4E73-A697-787087A5F562}" srcOrd="6" destOrd="0" presId="urn:microsoft.com/office/officeart/2016/7/layout/RepeatingBendingProcessNew"/>
    <dgm:cxn modelId="{17677B9F-95DB-43C9-BAAB-6863CDB20A73}" type="presParOf" srcId="{A9AED982-D3BB-4351-AE1E-7071ECB6FE48}" destId="{5650379E-9A5A-41A9-AF47-7B08B3D703F3}" srcOrd="7" destOrd="0" presId="urn:microsoft.com/office/officeart/2016/7/layout/RepeatingBendingProcessNew"/>
    <dgm:cxn modelId="{ECBBCE52-8C71-412B-9051-23F8640C7C82}" type="presParOf" srcId="{5650379E-9A5A-41A9-AF47-7B08B3D703F3}" destId="{CBC8211C-4E62-49BB-B1B8-5A39454F1117}" srcOrd="0" destOrd="0" presId="urn:microsoft.com/office/officeart/2016/7/layout/RepeatingBendingProcessNew"/>
    <dgm:cxn modelId="{72265261-5900-4BCA-B566-4BCB13AE259F}" type="presParOf" srcId="{A9AED982-D3BB-4351-AE1E-7071ECB6FE48}" destId="{6F4D5C5F-5296-495E-B0C7-E8B385CB5272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EB883B-2F1A-4191-9E70-54CF640FFCE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D8B18F-3EA7-453E-B7BC-0C3CE5EE0A33}">
      <dgm:prSet/>
      <dgm:spPr/>
      <dgm:t>
        <a:bodyPr/>
        <a:lstStyle/>
        <a:p>
          <a:r>
            <a:rPr lang="en-US"/>
            <a:t>Must manually encode in categories (proper x-axis labels)</a:t>
          </a:r>
        </a:p>
      </dgm:t>
    </dgm:pt>
    <dgm:pt modelId="{36BE61F8-72D5-4C8D-9813-A0E2BD75273E}" type="parTrans" cxnId="{1B5B2A59-234B-498D-B0D2-81FEFD69112D}">
      <dgm:prSet/>
      <dgm:spPr/>
      <dgm:t>
        <a:bodyPr/>
        <a:lstStyle/>
        <a:p>
          <a:endParaRPr lang="en-US"/>
        </a:p>
      </dgm:t>
    </dgm:pt>
    <dgm:pt modelId="{8915C20A-DCB6-44CD-8149-E66D05D06D53}" type="sibTrans" cxnId="{1B5B2A59-234B-498D-B0D2-81FEFD69112D}">
      <dgm:prSet/>
      <dgm:spPr/>
      <dgm:t>
        <a:bodyPr/>
        <a:lstStyle/>
        <a:p>
          <a:endParaRPr lang="en-US"/>
        </a:p>
      </dgm:t>
    </dgm:pt>
    <dgm:pt modelId="{FBD78C14-6952-4EC1-81E1-BA27746104B8}">
      <dgm:prSet/>
      <dgm:spPr/>
      <dgm:t>
        <a:bodyPr/>
        <a:lstStyle/>
        <a:p>
          <a:r>
            <a:rPr lang="en-US"/>
            <a:t>Beneficial to split final analysis into income groups</a:t>
          </a:r>
        </a:p>
      </dgm:t>
    </dgm:pt>
    <dgm:pt modelId="{4BD54727-6287-47FE-8E47-C5224A14FF94}" type="parTrans" cxnId="{5AA73B1E-96AB-427F-9392-3F97B7C71A20}">
      <dgm:prSet/>
      <dgm:spPr/>
      <dgm:t>
        <a:bodyPr/>
        <a:lstStyle/>
        <a:p>
          <a:endParaRPr lang="en-US"/>
        </a:p>
      </dgm:t>
    </dgm:pt>
    <dgm:pt modelId="{190FE594-F248-4AEE-92DC-EAA9D9CEB4B6}" type="sibTrans" cxnId="{5AA73B1E-96AB-427F-9392-3F97B7C71A20}">
      <dgm:prSet/>
      <dgm:spPr/>
      <dgm:t>
        <a:bodyPr/>
        <a:lstStyle/>
        <a:p>
          <a:endParaRPr lang="en-US"/>
        </a:p>
      </dgm:t>
    </dgm:pt>
    <dgm:pt modelId="{D8FB8C65-BC84-4AF6-B8CE-7DF7A3A485EE}" type="pres">
      <dgm:prSet presAssocID="{48EB883B-2F1A-4191-9E70-54CF640FFCE2}" presName="root" presStyleCnt="0">
        <dgm:presLayoutVars>
          <dgm:dir/>
          <dgm:resizeHandles val="exact"/>
        </dgm:presLayoutVars>
      </dgm:prSet>
      <dgm:spPr/>
    </dgm:pt>
    <dgm:pt modelId="{27E1FB20-7870-47D8-940B-820FB23DDF32}" type="pres">
      <dgm:prSet presAssocID="{BDD8B18F-3EA7-453E-B7BC-0C3CE5EE0A33}" presName="compNode" presStyleCnt="0"/>
      <dgm:spPr/>
    </dgm:pt>
    <dgm:pt modelId="{1AEA7A4B-1552-471C-BB2F-A10B55126E70}" type="pres">
      <dgm:prSet presAssocID="{BDD8B18F-3EA7-453E-B7BC-0C3CE5EE0A3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995D9443-F519-4EF3-A66F-B2A4C3A0E4C1}" type="pres">
      <dgm:prSet presAssocID="{BDD8B18F-3EA7-453E-B7BC-0C3CE5EE0A33}" presName="spaceRect" presStyleCnt="0"/>
      <dgm:spPr/>
    </dgm:pt>
    <dgm:pt modelId="{AF30715E-087B-45E8-A76D-18FAAE59375F}" type="pres">
      <dgm:prSet presAssocID="{BDD8B18F-3EA7-453E-B7BC-0C3CE5EE0A33}" presName="textRect" presStyleLbl="revTx" presStyleIdx="0" presStyleCnt="2">
        <dgm:presLayoutVars>
          <dgm:chMax val="1"/>
          <dgm:chPref val="1"/>
        </dgm:presLayoutVars>
      </dgm:prSet>
      <dgm:spPr/>
    </dgm:pt>
    <dgm:pt modelId="{56B480ED-05C1-4654-B8FC-CD43F43947E0}" type="pres">
      <dgm:prSet presAssocID="{8915C20A-DCB6-44CD-8149-E66D05D06D53}" presName="sibTrans" presStyleCnt="0"/>
      <dgm:spPr/>
    </dgm:pt>
    <dgm:pt modelId="{F0E6549C-4A24-4CD3-B30B-429AE373E7C9}" type="pres">
      <dgm:prSet presAssocID="{FBD78C14-6952-4EC1-81E1-BA27746104B8}" presName="compNode" presStyleCnt="0"/>
      <dgm:spPr/>
    </dgm:pt>
    <dgm:pt modelId="{56435775-6279-4623-990F-B508ED8BCE1C}" type="pres">
      <dgm:prSet presAssocID="{FBD78C14-6952-4EC1-81E1-BA27746104B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9078C7C-830C-455D-B118-4F4A5A79CD21}" type="pres">
      <dgm:prSet presAssocID="{FBD78C14-6952-4EC1-81E1-BA27746104B8}" presName="spaceRect" presStyleCnt="0"/>
      <dgm:spPr/>
    </dgm:pt>
    <dgm:pt modelId="{5A364E48-FE10-4D2B-8B89-29682C694033}" type="pres">
      <dgm:prSet presAssocID="{FBD78C14-6952-4EC1-81E1-BA27746104B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C4B3D01-8299-439A-9AB6-3F43E78542CC}" type="presOf" srcId="{48EB883B-2F1A-4191-9E70-54CF640FFCE2}" destId="{D8FB8C65-BC84-4AF6-B8CE-7DF7A3A485EE}" srcOrd="0" destOrd="0" presId="urn:microsoft.com/office/officeart/2018/2/layout/IconLabelList"/>
    <dgm:cxn modelId="{244A4B10-D7A6-4F47-8AC3-F19F6D6ECC55}" type="presOf" srcId="{FBD78C14-6952-4EC1-81E1-BA27746104B8}" destId="{5A364E48-FE10-4D2B-8B89-29682C694033}" srcOrd="0" destOrd="0" presId="urn:microsoft.com/office/officeart/2018/2/layout/IconLabelList"/>
    <dgm:cxn modelId="{5AA73B1E-96AB-427F-9392-3F97B7C71A20}" srcId="{48EB883B-2F1A-4191-9E70-54CF640FFCE2}" destId="{FBD78C14-6952-4EC1-81E1-BA27746104B8}" srcOrd="1" destOrd="0" parTransId="{4BD54727-6287-47FE-8E47-C5224A14FF94}" sibTransId="{190FE594-F248-4AEE-92DC-EAA9D9CEB4B6}"/>
    <dgm:cxn modelId="{4DE60E6D-0A67-4498-A9F8-F60ABF9662AA}" type="presOf" srcId="{BDD8B18F-3EA7-453E-B7BC-0C3CE5EE0A33}" destId="{AF30715E-087B-45E8-A76D-18FAAE59375F}" srcOrd="0" destOrd="0" presId="urn:microsoft.com/office/officeart/2018/2/layout/IconLabelList"/>
    <dgm:cxn modelId="{1B5B2A59-234B-498D-B0D2-81FEFD69112D}" srcId="{48EB883B-2F1A-4191-9E70-54CF640FFCE2}" destId="{BDD8B18F-3EA7-453E-B7BC-0C3CE5EE0A33}" srcOrd="0" destOrd="0" parTransId="{36BE61F8-72D5-4C8D-9813-A0E2BD75273E}" sibTransId="{8915C20A-DCB6-44CD-8149-E66D05D06D53}"/>
    <dgm:cxn modelId="{C0F318ED-475D-49A9-933F-D901B66A71AA}" type="presParOf" srcId="{D8FB8C65-BC84-4AF6-B8CE-7DF7A3A485EE}" destId="{27E1FB20-7870-47D8-940B-820FB23DDF32}" srcOrd="0" destOrd="0" presId="urn:microsoft.com/office/officeart/2018/2/layout/IconLabelList"/>
    <dgm:cxn modelId="{3A8A0B2C-0489-4E56-9BC4-17D1A876D5D9}" type="presParOf" srcId="{27E1FB20-7870-47D8-940B-820FB23DDF32}" destId="{1AEA7A4B-1552-471C-BB2F-A10B55126E70}" srcOrd="0" destOrd="0" presId="urn:microsoft.com/office/officeart/2018/2/layout/IconLabelList"/>
    <dgm:cxn modelId="{53FF4BCB-858C-4BFC-9E27-115784EC2102}" type="presParOf" srcId="{27E1FB20-7870-47D8-940B-820FB23DDF32}" destId="{995D9443-F519-4EF3-A66F-B2A4C3A0E4C1}" srcOrd="1" destOrd="0" presId="urn:microsoft.com/office/officeart/2018/2/layout/IconLabelList"/>
    <dgm:cxn modelId="{BC9E843E-FCD0-4A7E-BC35-4C1E1DDFBB38}" type="presParOf" srcId="{27E1FB20-7870-47D8-940B-820FB23DDF32}" destId="{AF30715E-087B-45E8-A76D-18FAAE59375F}" srcOrd="2" destOrd="0" presId="urn:microsoft.com/office/officeart/2018/2/layout/IconLabelList"/>
    <dgm:cxn modelId="{F64F4B9C-B635-4DE5-AD7A-F41E3E8F2063}" type="presParOf" srcId="{D8FB8C65-BC84-4AF6-B8CE-7DF7A3A485EE}" destId="{56B480ED-05C1-4654-B8FC-CD43F43947E0}" srcOrd="1" destOrd="0" presId="urn:microsoft.com/office/officeart/2018/2/layout/IconLabelList"/>
    <dgm:cxn modelId="{B777BD8E-CCB9-4830-9AE7-8A6A436F0762}" type="presParOf" srcId="{D8FB8C65-BC84-4AF6-B8CE-7DF7A3A485EE}" destId="{F0E6549C-4A24-4CD3-B30B-429AE373E7C9}" srcOrd="2" destOrd="0" presId="urn:microsoft.com/office/officeart/2018/2/layout/IconLabelList"/>
    <dgm:cxn modelId="{BFFBB1B9-A64D-476A-B537-2A7D5999EA62}" type="presParOf" srcId="{F0E6549C-4A24-4CD3-B30B-429AE373E7C9}" destId="{56435775-6279-4623-990F-B508ED8BCE1C}" srcOrd="0" destOrd="0" presId="urn:microsoft.com/office/officeart/2018/2/layout/IconLabelList"/>
    <dgm:cxn modelId="{27EC61F6-79D7-486D-9EB3-DFDD1AC35AD2}" type="presParOf" srcId="{F0E6549C-4A24-4CD3-B30B-429AE373E7C9}" destId="{E9078C7C-830C-455D-B118-4F4A5A79CD21}" srcOrd="1" destOrd="0" presId="urn:microsoft.com/office/officeart/2018/2/layout/IconLabelList"/>
    <dgm:cxn modelId="{E41DB954-08FA-429E-965C-DAB6CFD744C6}" type="presParOf" srcId="{F0E6549C-4A24-4CD3-B30B-429AE373E7C9}" destId="{5A364E48-FE10-4D2B-8B89-29682C6940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AC81C0-1B91-4974-B97A-9223BBAE4FBB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FBE3340-736D-49D1-AFE9-58BB83B6F6F5}">
      <dgm:prSet/>
      <dgm:spPr/>
      <dgm:t>
        <a:bodyPr/>
        <a:lstStyle/>
        <a:p>
          <a:r>
            <a:rPr lang="en-US" dirty="0"/>
            <a:t>Random forest</a:t>
          </a:r>
        </a:p>
      </dgm:t>
    </dgm:pt>
    <dgm:pt modelId="{EDC5B630-A366-48EE-804B-BD479F183BC2}" type="parTrans" cxnId="{2ABC95E7-07C4-420B-A827-4485A8B7379B}">
      <dgm:prSet/>
      <dgm:spPr/>
      <dgm:t>
        <a:bodyPr/>
        <a:lstStyle/>
        <a:p>
          <a:endParaRPr lang="en-US"/>
        </a:p>
      </dgm:t>
    </dgm:pt>
    <dgm:pt modelId="{0E33FD07-4811-4449-8067-EC02DE334C27}" type="sibTrans" cxnId="{2ABC95E7-07C4-420B-A827-4485A8B7379B}">
      <dgm:prSet/>
      <dgm:spPr/>
      <dgm:t>
        <a:bodyPr/>
        <a:lstStyle/>
        <a:p>
          <a:endParaRPr lang="en-US"/>
        </a:p>
      </dgm:t>
    </dgm:pt>
    <dgm:pt modelId="{5E0C0380-3EB1-44DD-806F-760D3A869B3A}">
      <dgm:prSet/>
      <dgm:spPr/>
      <dgm:t>
        <a:bodyPr/>
        <a:lstStyle/>
        <a:p>
          <a:r>
            <a:rPr lang="en-US" dirty="0"/>
            <a:t>Provides benchmark on how income can be predicted with certain features</a:t>
          </a:r>
        </a:p>
      </dgm:t>
    </dgm:pt>
    <dgm:pt modelId="{2ED6C6C2-9C51-47C1-9010-2DBAF975A86F}" type="parTrans" cxnId="{CC32E3B6-D68D-43D0-A84D-EE55D9A2045E}">
      <dgm:prSet/>
      <dgm:spPr/>
      <dgm:t>
        <a:bodyPr/>
        <a:lstStyle/>
        <a:p>
          <a:endParaRPr lang="en-US"/>
        </a:p>
      </dgm:t>
    </dgm:pt>
    <dgm:pt modelId="{A5441555-CF52-4D3C-884B-EC9BAD2A7C54}" type="sibTrans" cxnId="{CC32E3B6-D68D-43D0-A84D-EE55D9A2045E}">
      <dgm:prSet/>
      <dgm:spPr/>
      <dgm:t>
        <a:bodyPr/>
        <a:lstStyle/>
        <a:p>
          <a:endParaRPr lang="en-US"/>
        </a:p>
      </dgm:t>
    </dgm:pt>
    <dgm:pt modelId="{38E0A6B9-F022-48E7-9B54-781955FE184D}">
      <dgm:prSet/>
      <dgm:spPr/>
      <dgm:t>
        <a:bodyPr/>
        <a:lstStyle/>
        <a:p>
          <a:r>
            <a:rPr lang="en-US"/>
            <a:t>Tree-based model, splits into smaller groups</a:t>
          </a:r>
        </a:p>
      </dgm:t>
    </dgm:pt>
    <dgm:pt modelId="{F82408D0-8C6F-4288-9478-D9B7C0173DE8}" type="parTrans" cxnId="{AEBB27BD-7DB4-4741-9C2D-9F07F29D1185}">
      <dgm:prSet/>
      <dgm:spPr/>
      <dgm:t>
        <a:bodyPr/>
        <a:lstStyle/>
        <a:p>
          <a:endParaRPr lang="en-US"/>
        </a:p>
      </dgm:t>
    </dgm:pt>
    <dgm:pt modelId="{F816DD90-F857-4B3D-B345-6F2EA9977381}" type="sibTrans" cxnId="{AEBB27BD-7DB4-4741-9C2D-9F07F29D1185}">
      <dgm:prSet/>
      <dgm:spPr/>
      <dgm:t>
        <a:bodyPr/>
        <a:lstStyle/>
        <a:p>
          <a:endParaRPr lang="en-US"/>
        </a:p>
      </dgm:t>
    </dgm:pt>
    <dgm:pt modelId="{7AB84ABC-E997-479D-BEAF-3749CF286C79}">
      <dgm:prSet/>
      <dgm:spPr/>
      <dgm:t>
        <a:bodyPr/>
        <a:lstStyle/>
        <a:p>
          <a:r>
            <a:rPr lang="en-US"/>
            <a:t>Linear regression</a:t>
          </a:r>
        </a:p>
      </dgm:t>
    </dgm:pt>
    <dgm:pt modelId="{1A368317-E07C-41CF-865D-4F69375453E0}" type="parTrans" cxnId="{3746591E-876B-4108-B436-E894E82CE77C}">
      <dgm:prSet/>
      <dgm:spPr/>
      <dgm:t>
        <a:bodyPr/>
        <a:lstStyle/>
        <a:p>
          <a:endParaRPr lang="en-US"/>
        </a:p>
      </dgm:t>
    </dgm:pt>
    <dgm:pt modelId="{06B26C7E-3D0C-4B1A-A1D1-F84910423960}" type="sibTrans" cxnId="{3746591E-876B-4108-B436-E894E82CE77C}">
      <dgm:prSet/>
      <dgm:spPr/>
      <dgm:t>
        <a:bodyPr/>
        <a:lstStyle/>
        <a:p>
          <a:endParaRPr lang="en-US"/>
        </a:p>
      </dgm:t>
    </dgm:pt>
    <dgm:pt modelId="{367E84AE-A200-424D-8B3E-F8FEA6F2279F}">
      <dgm:prSet/>
      <dgm:spPr/>
      <dgm:t>
        <a:bodyPr/>
        <a:lstStyle/>
        <a:p>
          <a:r>
            <a:rPr lang="en-US"/>
            <a:t>Basic and full</a:t>
          </a:r>
        </a:p>
      </dgm:t>
    </dgm:pt>
    <dgm:pt modelId="{87AAE782-4156-4140-AD8E-3C95F87F1083}" type="parTrans" cxnId="{3C707AF3-690B-4725-9D45-56010779D9DC}">
      <dgm:prSet/>
      <dgm:spPr/>
      <dgm:t>
        <a:bodyPr/>
        <a:lstStyle/>
        <a:p>
          <a:endParaRPr lang="en-US"/>
        </a:p>
      </dgm:t>
    </dgm:pt>
    <dgm:pt modelId="{BD02449D-AE15-4637-8F06-6215CAC123A2}" type="sibTrans" cxnId="{3C707AF3-690B-4725-9D45-56010779D9DC}">
      <dgm:prSet/>
      <dgm:spPr/>
      <dgm:t>
        <a:bodyPr/>
        <a:lstStyle/>
        <a:p>
          <a:endParaRPr lang="en-US"/>
        </a:p>
      </dgm:t>
    </dgm:pt>
    <dgm:pt modelId="{460A6AFF-07BF-4157-8F47-025E7B4E7768}">
      <dgm:prSet/>
      <dgm:spPr/>
      <dgm:t>
        <a:bodyPr/>
        <a:lstStyle/>
        <a:p>
          <a:r>
            <a:rPr lang="en-US"/>
            <a:t>Provides another benchmark to determine how linearity compares to a tree-based model</a:t>
          </a:r>
        </a:p>
      </dgm:t>
    </dgm:pt>
    <dgm:pt modelId="{99AEF7CB-8668-484D-9CCA-EBFBF9163860}" type="parTrans" cxnId="{1E941987-A948-40AA-873B-5D347E086115}">
      <dgm:prSet/>
      <dgm:spPr/>
      <dgm:t>
        <a:bodyPr/>
        <a:lstStyle/>
        <a:p>
          <a:endParaRPr lang="en-US"/>
        </a:p>
      </dgm:t>
    </dgm:pt>
    <dgm:pt modelId="{7EA512C4-A960-4A20-8F9F-4C72F34C3375}" type="sibTrans" cxnId="{1E941987-A948-40AA-873B-5D347E086115}">
      <dgm:prSet/>
      <dgm:spPr/>
      <dgm:t>
        <a:bodyPr/>
        <a:lstStyle/>
        <a:p>
          <a:endParaRPr lang="en-US"/>
        </a:p>
      </dgm:t>
    </dgm:pt>
    <dgm:pt modelId="{7ACA5C66-BA6B-4627-9D94-D6AF94C9757B}">
      <dgm:prSet/>
      <dgm:spPr/>
      <dgm:t>
        <a:bodyPr/>
        <a:lstStyle/>
        <a:p>
          <a:r>
            <a:rPr lang="en-US"/>
            <a:t>Lasso regression</a:t>
          </a:r>
        </a:p>
      </dgm:t>
    </dgm:pt>
    <dgm:pt modelId="{BE003A20-5929-43FD-9142-C6EE275B07DD}" type="parTrans" cxnId="{CC679884-6468-4ADD-9DA0-F677D7DE1B49}">
      <dgm:prSet/>
      <dgm:spPr/>
      <dgm:t>
        <a:bodyPr/>
        <a:lstStyle/>
        <a:p>
          <a:endParaRPr lang="en-US"/>
        </a:p>
      </dgm:t>
    </dgm:pt>
    <dgm:pt modelId="{4EECB4C5-8692-4F86-8E4E-500D12E5672C}" type="sibTrans" cxnId="{CC679884-6468-4ADD-9DA0-F677D7DE1B49}">
      <dgm:prSet/>
      <dgm:spPr/>
      <dgm:t>
        <a:bodyPr/>
        <a:lstStyle/>
        <a:p>
          <a:endParaRPr lang="en-US"/>
        </a:p>
      </dgm:t>
    </dgm:pt>
    <dgm:pt modelId="{B86C3ED9-65C5-4637-8731-D65F2D24E305}">
      <dgm:prSet/>
      <dgm:spPr/>
      <dgm:t>
        <a:bodyPr/>
        <a:lstStyle/>
        <a:p>
          <a:r>
            <a:rPr lang="en-US" dirty="0"/>
            <a:t>Similar to the linear model, but will shrink weaker variables</a:t>
          </a:r>
        </a:p>
      </dgm:t>
    </dgm:pt>
    <dgm:pt modelId="{17F75BD8-242F-41F6-ACC4-975037B14470}" type="parTrans" cxnId="{C46732BD-A04D-4655-985E-AB133DA0805F}">
      <dgm:prSet/>
      <dgm:spPr/>
      <dgm:t>
        <a:bodyPr/>
        <a:lstStyle/>
        <a:p>
          <a:endParaRPr lang="en-US"/>
        </a:p>
      </dgm:t>
    </dgm:pt>
    <dgm:pt modelId="{66CCFA72-F7A8-4A4C-AD4D-CEE03C396DC5}" type="sibTrans" cxnId="{C46732BD-A04D-4655-985E-AB133DA0805F}">
      <dgm:prSet/>
      <dgm:spPr/>
      <dgm:t>
        <a:bodyPr/>
        <a:lstStyle/>
        <a:p>
          <a:endParaRPr lang="en-US"/>
        </a:p>
      </dgm:t>
    </dgm:pt>
    <dgm:pt modelId="{1F97FD8E-82F8-4AF8-B2C6-39586F227DA8}">
      <dgm:prSet/>
      <dgm:spPr/>
      <dgm:t>
        <a:bodyPr/>
        <a:lstStyle/>
        <a:p>
          <a:r>
            <a:rPr lang="en-US"/>
            <a:t>Tests whether a simpler and regularized version of linearity generalizes better</a:t>
          </a:r>
        </a:p>
      </dgm:t>
    </dgm:pt>
    <dgm:pt modelId="{E60EC523-1DC0-4B8B-B171-A092E58730BD}" type="parTrans" cxnId="{442BAEBF-CF99-48B6-BACD-F56BF538F4BA}">
      <dgm:prSet/>
      <dgm:spPr/>
      <dgm:t>
        <a:bodyPr/>
        <a:lstStyle/>
        <a:p>
          <a:endParaRPr lang="en-US"/>
        </a:p>
      </dgm:t>
    </dgm:pt>
    <dgm:pt modelId="{C7723992-6230-4C5C-A426-35C0E80DAC05}" type="sibTrans" cxnId="{442BAEBF-CF99-48B6-BACD-F56BF538F4BA}">
      <dgm:prSet/>
      <dgm:spPr/>
      <dgm:t>
        <a:bodyPr/>
        <a:lstStyle/>
        <a:p>
          <a:endParaRPr lang="en-US"/>
        </a:p>
      </dgm:t>
    </dgm:pt>
    <dgm:pt modelId="{AD5FA0AE-4413-4AC1-B2B0-B33044F5D18F}">
      <dgm:prSet/>
      <dgm:spPr/>
      <dgm:t>
        <a:bodyPr/>
        <a:lstStyle/>
        <a:p>
          <a:r>
            <a:rPr lang="en-US"/>
            <a:t>XGBoost</a:t>
          </a:r>
        </a:p>
      </dgm:t>
    </dgm:pt>
    <dgm:pt modelId="{3818B542-5D5D-4012-B2B0-B10395794497}" type="parTrans" cxnId="{5E8C627B-22BC-4F85-9B7D-62A0CC24F6A6}">
      <dgm:prSet/>
      <dgm:spPr/>
      <dgm:t>
        <a:bodyPr/>
        <a:lstStyle/>
        <a:p>
          <a:endParaRPr lang="en-US"/>
        </a:p>
      </dgm:t>
    </dgm:pt>
    <dgm:pt modelId="{A0617B57-2582-4464-A2B1-737E88A3F0E5}" type="sibTrans" cxnId="{5E8C627B-22BC-4F85-9B7D-62A0CC24F6A6}">
      <dgm:prSet/>
      <dgm:spPr/>
      <dgm:t>
        <a:bodyPr/>
        <a:lstStyle/>
        <a:p>
          <a:endParaRPr lang="en-US"/>
        </a:p>
      </dgm:t>
    </dgm:pt>
    <dgm:pt modelId="{6E1D4A4E-BA73-47C4-9B17-FFA61D5CC018}">
      <dgm:prSet/>
      <dgm:spPr/>
      <dgm:t>
        <a:bodyPr/>
        <a:lstStyle/>
        <a:p>
          <a:r>
            <a:rPr lang="en-US"/>
            <a:t>More aggressive tree-based model, but also most sensitive</a:t>
          </a:r>
        </a:p>
      </dgm:t>
    </dgm:pt>
    <dgm:pt modelId="{B7D6A17A-D4F6-422C-948B-6B492660F879}" type="parTrans" cxnId="{073FA0DC-F58F-4C55-8E2A-6F5275249DBC}">
      <dgm:prSet/>
      <dgm:spPr/>
      <dgm:t>
        <a:bodyPr/>
        <a:lstStyle/>
        <a:p>
          <a:endParaRPr lang="en-US"/>
        </a:p>
      </dgm:t>
    </dgm:pt>
    <dgm:pt modelId="{9F2B000C-7135-424F-AB3A-895894BCED8B}" type="sibTrans" cxnId="{073FA0DC-F58F-4C55-8E2A-6F5275249DBC}">
      <dgm:prSet/>
      <dgm:spPr/>
      <dgm:t>
        <a:bodyPr/>
        <a:lstStyle/>
        <a:p>
          <a:endParaRPr lang="en-US"/>
        </a:p>
      </dgm:t>
    </dgm:pt>
    <dgm:pt modelId="{CF189207-5BE3-4A3B-8A43-F4B2D33FC668}">
      <dgm:prSet/>
      <dgm:spPr/>
      <dgm:t>
        <a:bodyPr/>
        <a:lstStyle/>
        <a:p>
          <a:r>
            <a:rPr lang="en-US" dirty="0"/>
            <a:t>Ran at the end to ensure the other models were stable</a:t>
          </a:r>
        </a:p>
      </dgm:t>
    </dgm:pt>
    <dgm:pt modelId="{11CBE9A0-CFC7-4A83-AEF1-213E6E61DB78}" type="parTrans" cxnId="{EFF31A71-970D-4291-8177-3EC034BA00BF}">
      <dgm:prSet/>
      <dgm:spPr/>
      <dgm:t>
        <a:bodyPr/>
        <a:lstStyle/>
        <a:p>
          <a:endParaRPr lang="en-US"/>
        </a:p>
      </dgm:t>
    </dgm:pt>
    <dgm:pt modelId="{FE7E85CC-32F0-4117-BF45-723212761703}" type="sibTrans" cxnId="{EFF31A71-970D-4291-8177-3EC034BA00BF}">
      <dgm:prSet/>
      <dgm:spPr/>
      <dgm:t>
        <a:bodyPr/>
        <a:lstStyle/>
        <a:p>
          <a:endParaRPr lang="en-US"/>
        </a:p>
      </dgm:t>
    </dgm:pt>
    <dgm:pt modelId="{5F99732C-19D3-4B91-B9A4-52981619FA24}" type="pres">
      <dgm:prSet presAssocID="{04AC81C0-1B91-4974-B97A-9223BBAE4FBB}" presName="Name0" presStyleCnt="0">
        <dgm:presLayoutVars>
          <dgm:dir/>
          <dgm:animLvl val="lvl"/>
          <dgm:resizeHandles val="exact"/>
        </dgm:presLayoutVars>
      </dgm:prSet>
      <dgm:spPr/>
    </dgm:pt>
    <dgm:pt modelId="{01C9C931-2AC0-41E4-A66B-60D38D7BEDC0}" type="pres">
      <dgm:prSet presAssocID="{6FBE3340-736D-49D1-AFE9-58BB83B6F6F5}" presName="composite" presStyleCnt="0"/>
      <dgm:spPr/>
    </dgm:pt>
    <dgm:pt modelId="{671D860E-0E16-4253-BFA4-29F6094917A6}" type="pres">
      <dgm:prSet presAssocID="{6FBE3340-736D-49D1-AFE9-58BB83B6F6F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B08B88F-D5DC-4794-9F58-01D52A8AB363}" type="pres">
      <dgm:prSet presAssocID="{6FBE3340-736D-49D1-AFE9-58BB83B6F6F5}" presName="desTx" presStyleLbl="alignAccFollowNode1" presStyleIdx="0" presStyleCnt="4">
        <dgm:presLayoutVars>
          <dgm:bulletEnabled val="1"/>
        </dgm:presLayoutVars>
      </dgm:prSet>
      <dgm:spPr/>
    </dgm:pt>
    <dgm:pt modelId="{212E5F98-C907-455D-B7D6-61D0E2AA9394}" type="pres">
      <dgm:prSet presAssocID="{0E33FD07-4811-4449-8067-EC02DE334C27}" presName="space" presStyleCnt="0"/>
      <dgm:spPr/>
    </dgm:pt>
    <dgm:pt modelId="{848909E4-B985-4CCF-AB0A-95E6874C2431}" type="pres">
      <dgm:prSet presAssocID="{7AB84ABC-E997-479D-BEAF-3749CF286C79}" presName="composite" presStyleCnt="0"/>
      <dgm:spPr/>
    </dgm:pt>
    <dgm:pt modelId="{3F710D7E-6177-450B-A25A-B8DBED2A0750}" type="pres">
      <dgm:prSet presAssocID="{7AB84ABC-E997-479D-BEAF-3749CF286C7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C4FCDE2C-BE39-4E52-A586-05B85D61E378}" type="pres">
      <dgm:prSet presAssocID="{7AB84ABC-E997-479D-BEAF-3749CF286C79}" presName="desTx" presStyleLbl="alignAccFollowNode1" presStyleIdx="1" presStyleCnt="4">
        <dgm:presLayoutVars>
          <dgm:bulletEnabled val="1"/>
        </dgm:presLayoutVars>
      </dgm:prSet>
      <dgm:spPr/>
    </dgm:pt>
    <dgm:pt modelId="{A083904E-6FD4-4DA5-AB05-F778E4BD4552}" type="pres">
      <dgm:prSet presAssocID="{06B26C7E-3D0C-4B1A-A1D1-F84910423960}" presName="space" presStyleCnt="0"/>
      <dgm:spPr/>
    </dgm:pt>
    <dgm:pt modelId="{67A9890B-B3BB-4E5C-8746-AA5411ECA170}" type="pres">
      <dgm:prSet presAssocID="{7ACA5C66-BA6B-4627-9D94-D6AF94C9757B}" presName="composite" presStyleCnt="0"/>
      <dgm:spPr/>
    </dgm:pt>
    <dgm:pt modelId="{2544D91D-9129-46C6-8C84-78FFF9232470}" type="pres">
      <dgm:prSet presAssocID="{7ACA5C66-BA6B-4627-9D94-D6AF94C9757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52F6CC6-B147-4842-833E-D983B3A4596D}" type="pres">
      <dgm:prSet presAssocID="{7ACA5C66-BA6B-4627-9D94-D6AF94C9757B}" presName="desTx" presStyleLbl="alignAccFollowNode1" presStyleIdx="2" presStyleCnt="4">
        <dgm:presLayoutVars>
          <dgm:bulletEnabled val="1"/>
        </dgm:presLayoutVars>
      </dgm:prSet>
      <dgm:spPr/>
    </dgm:pt>
    <dgm:pt modelId="{D8D10A36-266F-4022-BAFB-A2FC4415B2F3}" type="pres">
      <dgm:prSet presAssocID="{4EECB4C5-8692-4F86-8E4E-500D12E5672C}" presName="space" presStyleCnt="0"/>
      <dgm:spPr/>
    </dgm:pt>
    <dgm:pt modelId="{2F3BC693-3F66-4B3E-8B93-C14F65F53669}" type="pres">
      <dgm:prSet presAssocID="{AD5FA0AE-4413-4AC1-B2B0-B33044F5D18F}" presName="composite" presStyleCnt="0"/>
      <dgm:spPr/>
    </dgm:pt>
    <dgm:pt modelId="{948A0497-DEAC-49F1-8440-7E7BCB53118F}" type="pres">
      <dgm:prSet presAssocID="{AD5FA0AE-4413-4AC1-B2B0-B33044F5D18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CE285B0-B81A-4C48-BCF1-A70112ED1AA2}" type="pres">
      <dgm:prSet presAssocID="{AD5FA0AE-4413-4AC1-B2B0-B33044F5D18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7157F02-2EED-4E33-92DC-C9104D5F1EFD}" type="presOf" srcId="{CF189207-5BE3-4A3B-8A43-F4B2D33FC668}" destId="{BCE285B0-B81A-4C48-BCF1-A70112ED1AA2}" srcOrd="0" destOrd="1" presId="urn:microsoft.com/office/officeart/2005/8/layout/hList1"/>
    <dgm:cxn modelId="{7014C415-59E3-4740-B62C-3CE170158E6C}" type="presOf" srcId="{6FBE3340-736D-49D1-AFE9-58BB83B6F6F5}" destId="{671D860E-0E16-4253-BFA4-29F6094917A6}" srcOrd="0" destOrd="0" presId="urn:microsoft.com/office/officeart/2005/8/layout/hList1"/>
    <dgm:cxn modelId="{3746591E-876B-4108-B436-E894E82CE77C}" srcId="{04AC81C0-1B91-4974-B97A-9223BBAE4FBB}" destId="{7AB84ABC-E997-479D-BEAF-3749CF286C79}" srcOrd="1" destOrd="0" parTransId="{1A368317-E07C-41CF-865D-4F69375453E0}" sibTransId="{06B26C7E-3D0C-4B1A-A1D1-F84910423960}"/>
    <dgm:cxn modelId="{7BBC8538-212E-4139-9EA6-9FFEBC7CB118}" type="presOf" srcId="{7AB84ABC-E997-479D-BEAF-3749CF286C79}" destId="{3F710D7E-6177-450B-A25A-B8DBED2A0750}" srcOrd="0" destOrd="0" presId="urn:microsoft.com/office/officeart/2005/8/layout/hList1"/>
    <dgm:cxn modelId="{9A69BF60-141E-43E0-A3EA-367BAC265A6A}" type="presOf" srcId="{04AC81C0-1B91-4974-B97A-9223BBAE4FBB}" destId="{5F99732C-19D3-4B91-B9A4-52981619FA24}" srcOrd="0" destOrd="0" presId="urn:microsoft.com/office/officeart/2005/8/layout/hList1"/>
    <dgm:cxn modelId="{9E528E43-7CCE-4F7D-95D0-FB306665DC19}" type="presOf" srcId="{5E0C0380-3EB1-44DD-806F-760D3A869B3A}" destId="{9B08B88F-D5DC-4794-9F58-01D52A8AB363}" srcOrd="0" destOrd="0" presId="urn:microsoft.com/office/officeart/2005/8/layout/hList1"/>
    <dgm:cxn modelId="{D90AE843-E602-4A7F-AAA2-584785AA3540}" type="presOf" srcId="{B86C3ED9-65C5-4637-8731-D65F2D24E305}" destId="{252F6CC6-B147-4842-833E-D983B3A4596D}" srcOrd="0" destOrd="0" presId="urn:microsoft.com/office/officeart/2005/8/layout/hList1"/>
    <dgm:cxn modelId="{C366676A-4A7F-4441-8B57-A5C358989E33}" type="presOf" srcId="{6E1D4A4E-BA73-47C4-9B17-FFA61D5CC018}" destId="{BCE285B0-B81A-4C48-BCF1-A70112ED1AA2}" srcOrd="0" destOrd="0" presId="urn:microsoft.com/office/officeart/2005/8/layout/hList1"/>
    <dgm:cxn modelId="{EFF31A71-970D-4291-8177-3EC034BA00BF}" srcId="{AD5FA0AE-4413-4AC1-B2B0-B33044F5D18F}" destId="{CF189207-5BE3-4A3B-8A43-F4B2D33FC668}" srcOrd="1" destOrd="0" parTransId="{11CBE9A0-CFC7-4A83-AEF1-213E6E61DB78}" sibTransId="{FE7E85CC-32F0-4117-BF45-723212761703}"/>
    <dgm:cxn modelId="{EE43E155-00DF-463A-BBDB-6A795103D081}" type="presOf" srcId="{1F97FD8E-82F8-4AF8-B2C6-39586F227DA8}" destId="{252F6CC6-B147-4842-833E-D983B3A4596D}" srcOrd="0" destOrd="1" presId="urn:microsoft.com/office/officeart/2005/8/layout/hList1"/>
    <dgm:cxn modelId="{84C04179-A506-4087-B0F0-96F60BDB6996}" type="presOf" srcId="{38E0A6B9-F022-48E7-9B54-781955FE184D}" destId="{9B08B88F-D5DC-4794-9F58-01D52A8AB363}" srcOrd="0" destOrd="1" presId="urn:microsoft.com/office/officeart/2005/8/layout/hList1"/>
    <dgm:cxn modelId="{C600D959-7C76-4020-93EB-C06BCE2A4A11}" type="presOf" srcId="{367E84AE-A200-424D-8B3E-F8FEA6F2279F}" destId="{C4FCDE2C-BE39-4E52-A586-05B85D61E378}" srcOrd="0" destOrd="0" presId="urn:microsoft.com/office/officeart/2005/8/layout/hList1"/>
    <dgm:cxn modelId="{5E8C627B-22BC-4F85-9B7D-62A0CC24F6A6}" srcId="{04AC81C0-1B91-4974-B97A-9223BBAE4FBB}" destId="{AD5FA0AE-4413-4AC1-B2B0-B33044F5D18F}" srcOrd="3" destOrd="0" parTransId="{3818B542-5D5D-4012-B2B0-B10395794497}" sibTransId="{A0617B57-2582-4464-A2B1-737E88A3F0E5}"/>
    <dgm:cxn modelId="{E8A9597D-AA9D-4470-8E8B-B214ABD0247F}" type="presOf" srcId="{460A6AFF-07BF-4157-8F47-025E7B4E7768}" destId="{C4FCDE2C-BE39-4E52-A586-05B85D61E378}" srcOrd="0" destOrd="1" presId="urn:microsoft.com/office/officeart/2005/8/layout/hList1"/>
    <dgm:cxn modelId="{CC679884-6468-4ADD-9DA0-F677D7DE1B49}" srcId="{04AC81C0-1B91-4974-B97A-9223BBAE4FBB}" destId="{7ACA5C66-BA6B-4627-9D94-D6AF94C9757B}" srcOrd="2" destOrd="0" parTransId="{BE003A20-5929-43FD-9142-C6EE275B07DD}" sibTransId="{4EECB4C5-8692-4F86-8E4E-500D12E5672C}"/>
    <dgm:cxn modelId="{1E941987-A948-40AA-873B-5D347E086115}" srcId="{7AB84ABC-E997-479D-BEAF-3749CF286C79}" destId="{460A6AFF-07BF-4157-8F47-025E7B4E7768}" srcOrd="1" destOrd="0" parTransId="{99AEF7CB-8668-484D-9CCA-EBFBF9163860}" sibTransId="{7EA512C4-A960-4A20-8F9F-4C72F34C3375}"/>
    <dgm:cxn modelId="{B91C7097-DC06-4828-9C6A-4359816B7B8C}" type="presOf" srcId="{AD5FA0AE-4413-4AC1-B2B0-B33044F5D18F}" destId="{948A0497-DEAC-49F1-8440-7E7BCB53118F}" srcOrd="0" destOrd="0" presId="urn:microsoft.com/office/officeart/2005/8/layout/hList1"/>
    <dgm:cxn modelId="{CC32E3B6-D68D-43D0-A84D-EE55D9A2045E}" srcId="{6FBE3340-736D-49D1-AFE9-58BB83B6F6F5}" destId="{5E0C0380-3EB1-44DD-806F-760D3A869B3A}" srcOrd="0" destOrd="0" parTransId="{2ED6C6C2-9C51-47C1-9010-2DBAF975A86F}" sibTransId="{A5441555-CF52-4D3C-884B-EC9BAD2A7C54}"/>
    <dgm:cxn modelId="{AEBB27BD-7DB4-4741-9C2D-9F07F29D1185}" srcId="{6FBE3340-736D-49D1-AFE9-58BB83B6F6F5}" destId="{38E0A6B9-F022-48E7-9B54-781955FE184D}" srcOrd="1" destOrd="0" parTransId="{F82408D0-8C6F-4288-9478-D9B7C0173DE8}" sibTransId="{F816DD90-F857-4B3D-B345-6F2EA9977381}"/>
    <dgm:cxn modelId="{C46732BD-A04D-4655-985E-AB133DA0805F}" srcId="{7ACA5C66-BA6B-4627-9D94-D6AF94C9757B}" destId="{B86C3ED9-65C5-4637-8731-D65F2D24E305}" srcOrd="0" destOrd="0" parTransId="{17F75BD8-242F-41F6-ACC4-975037B14470}" sibTransId="{66CCFA72-F7A8-4A4C-AD4D-CEE03C396DC5}"/>
    <dgm:cxn modelId="{442BAEBF-CF99-48B6-BACD-F56BF538F4BA}" srcId="{7ACA5C66-BA6B-4627-9D94-D6AF94C9757B}" destId="{1F97FD8E-82F8-4AF8-B2C6-39586F227DA8}" srcOrd="1" destOrd="0" parTransId="{E60EC523-1DC0-4B8B-B171-A092E58730BD}" sibTransId="{C7723992-6230-4C5C-A426-35C0E80DAC05}"/>
    <dgm:cxn modelId="{45C36CD7-BB54-411D-9621-F8DF3345B027}" type="presOf" srcId="{7ACA5C66-BA6B-4627-9D94-D6AF94C9757B}" destId="{2544D91D-9129-46C6-8C84-78FFF9232470}" srcOrd="0" destOrd="0" presId="urn:microsoft.com/office/officeart/2005/8/layout/hList1"/>
    <dgm:cxn modelId="{073FA0DC-F58F-4C55-8E2A-6F5275249DBC}" srcId="{AD5FA0AE-4413-4AC1-B2B0-B33044F5D18F}" destId="{6E1D4A4E-BA73-47C4-9B17-FFA61D5CC018}" srcOrd="0" destOrd="0" parTransId="{B7D6A17A-D4F6-422C-948B-6B492660F879}" sibTransId="{9F2B000C-7135-424F-AB3A-895894BCED8B}"/>
    <dgm:cxn modelId="{2ABC95E7-07C4-420B-A827-4485A8B7379B}" srcId="{04AC81C0-1B91-4974-B97A-9223BBAE4FBB}" destId="{6FBE3340-736D-49D1-AFE9-58BB83B6F6F5}" srcOrd="0" destOrd="0" parTransId="{EDC5B630-A366-48EE-804B-BD479F183BC2}" sibTransId="{0E33FD07-4811-4449-8067-EC02DE334C27}"/>
    <dgm:cxn modelId="{3C707AF3-690B-4725-9D45-56010779D9DC}" srcId="{7AB84ABC-E997-479D-BEAF-3749CF286C79}" destId="{367E84AE-A200-424D-8B3E-F8FEA6F2279F}" srcOrd="0" destOrd="0" parTransId="{87AAE782-4156-4140-AD8E-3C95F87F1083}" sibTransId="{BD02449D-AE15-4637-8F06-6215CAC123A2}"/>
    <dgm:cxn modelId="{5D538CDB-4149-486C-8B0B-1C7FBCFF6FC5}" type="presParOf" srcId="{5F99732C-19D3-4B91-B9A4-52981619FA24}" destId="{01C9C931-2AC0-41E4-A66B-60D38D7BEDC0}" srcOrd="0" destOrd="0" presId="urn:microsoft.com/office/officeart/2005/8/layout/hList1"/>
    <dgm:cxn modelId="{F2F88D20-72F8-47FC-A7B1-4B9157CD00A0}" type="presParOf" srcId="{01C9C931-2AC0-41E4-A66B-60D38D7BEDC0}" destId="{671D860E-0E16-4253-BFA4-29F6094917A6}" srcOrd="0" destOrd="0" presId="urn:microsoft.com/office/officeart/2005/8/layout/hList1"/>
    <dgm:cxn modelId="{29E3C898-69CD-4F9F-B5DD-6BC24A99950F}" type="presParOf" srcId="{01C9C931-2AC0-41E4-A66B-60D38D7BEDC0}" destId="{9B08B88F-D5DC-4794-9F58-01D52A8AB363}" srcOrd="1" destOrd="0" presId="urn:microsoft.com/office/officeart/2005/8/layout/hList1"/>
    <dgm:cxn modelId="{513104C7-3466-4D70-B73B-78C4DC38427E}" type="presParOf" srcId="{5F99732C-19D3-4B91-B9A4-52981619FA24}" destId="{212E5F98-C907-455D-B7D6-61D0E2AA9394}" srcOrd="1" destOrd="0" presId="urn:microsoft.com/office/officeart/2005/8/layout/hList1"/>
    <dgm:cxn modelId="{BD07BFE1-8975-489D-96FB-754642B7A080}" type="presParOf" srcId="{5F99732C-19D3-4B91-B9A4-52981619FA24}" destId="{848909E4-B985-4CCF-AB0A-95E6874C2431}" srcOrd="2" destOrd="0" presId="urn:microsoft.com/office/officeart/2005/8/layout/hList1"/>
    <dgm:cxn modelId="{EF27C7E2-925F-4CC2-AD08-8902E7769559}" type="presParOf" srcId="{848909E4-B985-4CCF-AB0A-95E6874C2431}" destId="{3F710D7E-6177-450B-A25A-B8DBED2A0750}" srcOrd="0" destOrd="0" presId="urn:microsoft.com/office/officeart/2005/8/layout/hList1"/>
    <dgm:cxn modelId="{23AB3070-A74E-48FE-9746-42EDD44D2F53}" type="presParOf" srcId="{848909E4-B985-4CCF-AB0A-95E6874C2431}" destId="{C4FCDE2C-BE39-4E52-A586-05B85D61E378}" srcOrd="1" destOrd="0" presId="urn:microsoft.com/office/officeart/2005/8/layout/hList1"/>
    <dgm:cxn modelId="{33F3DB5F-FEDD-482B-9A00-898AF6316073}" type="presParOf" srcId="{5F99732C-19D3-4B91-B9A4-52981619FA24}" destId="{A083904E-6FD4-4DA5-AB05-F778E4BD4552}" srcOrd="3" destOrd="0" presId="urn:microsoft.com/office/officeart/2005/8/layout/hList1"/>
    <dgm:cxn modelId="{D8702071-17CC-4594-926A-29316C9645CA}" type="presParOf" srcId="{5F99732C-19D3-4B91-B9A4-52981619FA24}" destId="{67A9890B-B3BB-4E5C-8746-AA5411ECA170}" srcOrd="4" destOrd="0" presId="urn:microsoft.com/office/officeart/2005/8/layout/hList1"/>
    <dgm:cxn modelId="{BF07E20B-DBC6-4DA5-9FA0-B30E88DA1FEE}" type="presParOf" srcId="{67A9890B-B3BB-4E5C-8746-AA5411ECA170}" destId="{2544D91D-9129-46C6-8C84-78FFF9232470}" srcOrd="0" destOrd="0" presId="urn:microsoft.com/office/officeart/2005/8/layout/hList1"/>
    <dgm:cxn modelId="{BBD9469C-987F-4EEF-8177-827E2916D318}" type="presParOf" srcId="{67A9890B-B3BB-4E5C-8746-AA5411ECA170}" destId="{252F6CC6-B147-4842-833E-D983B3A4596D}" srcOrd="1" destOrd="0" presId="urn:microsoft.com/office/officeart/2005/8/layout/hList1"/>
    <dgm:cxn modelId="{00F1239B-19A9-430F-990A-E0D42C777CFE}" type="presParOf" srcId="{5F99732C-19D3-4B91-B9A4-52981619FA24}" destId="{D8D10A36-266F-4022-BAFB-A2FC4415B2F3}" srcOrd="5" destOrd="0" presId="urn:microsoft.com/office/officeart/2005/8/layout/hList1"/>
    <dgm:cxn modelId="{4AF4A6B5-9E21-4630-80E7-ED3C32685B59}" type="presParOf" srcId="{5F99732C-19D3-4B91-B9A4-52981619FA24}" destId="{2F3BC693-3F66-4B3E-8B93-C14F65F53669}" srcOrd="6" destOrd="0" presId="urn:microsoft.com/office/officeart/2005/8/layout/hList1"/>
    <dgm:cxn modelId="{630EC10A-4FDB-429D-A5DF-FFF7738D0553}" type="presParOf" srcId="{2F3BC693-3F66-4B3E-8B93-C14F65F53669}" destId="{948A0497-DEAC-49F1-8440-7E7BCB53118F}" srcOrd="0" destOrd="0" presId="urn:microsoft.com/office/officeart/2005/8/layout/hList1"/>
    <dgm:cxn modelId="{4F0B0642-3DE0-4ED2-9399-DB4598F4BF69}" type="presParOf" srcId="{2F3BC693-3F66-4B3E-8B93-C14F65F53669}" destId="{BCE285B0-B81A-4C48-BCF1-A70112ED1AA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DCDAA21-5103-4A1C-A924-621600EE43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ED27BF-EC1D-4CC4-B6EF-204FB9594C80}">
      <dgm:prSet/>
      <dgm:spPr/>
      <dgm:t>
        <a:bodyPr/>
        <a:lstStyle/>
        <a:p>
          <a:r>
            <a:rPr lang="en-US"/>
            <a:t>Does not try to aptly fit data, but rather tries to keep the most important coefficients</a:t>
          </a:r>
          <a:endParaRPr lang="en-US" dirty="0"/>
        </a:p>
      </dgm:t>
    </dgm:pt>
    <dgm:pt modelId="{9DC47F6E-1941-46F6-A2BD-8950380EDFD1}" type="parTrans" cxnId="{AB019E03-56D6-4B05-8D72-E3178916B1EB}">
      <dgm:prSet/>
      <dgm:spPr/>
      <dgm:t>
        <a:bodyPr/>
        <a:lstStyle/>
        <a:p>
          <a:endParaRPr lang="en-US"/>
        </a:p>
      </dgm:t>
    </dgm:pt>
    <dgm:pt modelId="{28412A05-EEE9-450D-95D0-A16FE3C6F39C}" type="sibTrans" cxnId="{AB019E03-56D6-4B05-8D72-E3178916B1EB}">
      <dgm:prSet/>
      <dgm:spPr/>
      <dgm:t>
        <a:bodyPr/>
        <a:lstStyle/>
        <a:p>
          <a:endParaRPr lang="en-US"/>
        </a:p>
      </dgm:t>
    </dgm:pt>
    <dgm:pt modelId="{C28EFD3C-A7C8-41AE-A1DF-7BDCA946A40C}">
      <dgm:prSet/>
      <dgm:spPr/>
      <dgm:t>
        <a:bodyPr/>
        <a:lstStyle/>
        <a:p>
          <a:r>
            <a:rPr lang="en-US" dirty="0"/>
            <a:t>Fewer “active” variables – are there any that may need to be eliminated?</a:t>
          </a:r>
        </a:p>
      </dgm:t>
    </dgm:pt>
    <dgm:pt modelId="{A96F93D7-472B-4A3F-98CC-8BBB22191213}" type="sibTrans" cxnId="{ABD80E53-C310-4902-9EA4-2996568CABD6}">
      <dgm:prSet/>
      <dgm:spPr/>
      <dgm:t>
        <a:bodyPr/>
        <a:lstStyle/>
        <a:p>
          <a:endParaRPr lang="en-US"/>
        </a:p>
      </dgm:t>
    </dgm:pt>
    <dgm:pt modelId="{5F1EA756-B31E-454C-A418-987C30570378}" type="parTrans" cxnId="{ABD80E53-C310-4902-9EA4-2996568CABD6}">
      <dgm:prSet/>
      <dgm:spPr/>
      <dgm:t>
        <a:bodyPr/>
        <a:lstStyle/>
        <a:p>
          <a:endParaRPr lang="en-US"/>
        </a:p>
      </dgm:t>
    </dgm:pt>
    <dgm:pt modelId="{E0E9E946-3B20-40B4-851D-624547C1FA0E}">
      <dgm:prSet/>
      <dgm:spPr/>
      <dgm:t>
        <a:bodyPr/>
        <a:lstStyle/>
        <a:p>
          <a:r>
            <a:rPr lang="en-US"/>
            <a:t>Strong predictive performance, no linearity</a:t>
          </a:r>
          <a:endParaRPr lang="en-US" dirty="0"/>
        </a:p>
      </dgm:t>
    </dgm:pt>
    <dgm:pt modelId="{EE310BE2-B470-4C70-9512-DD350F119C2E}" type="parTrans" cxnId="{F1C759B6-3523-4D75-9973-13E92B6EB136}">
      <dgm:prSet/>
      <dgm:spPr/>
      <dgm:t>
        <a:bodyPr/>
        <a:lstStyle/>
        <a:p>
          <a:endParaRPr lang="en-US"/>
        </a:p>
      </dgm:t>
    </dgm:pt>
    <dgm:pt modelId="{CAF467EB-F230-4D28-BB9B-550ED518AC25}" type="sibTrans" cxnId="{F1C759B6-3523-4D75-9973-13E92B6EB136}">
      <dgm:prSet/>
      <dgm:spPr/>
      <dgm:t>
        <a:bodyPr/>
        <a:lstStyle/>
        <a:p>
          <a:endParaRPr lang="en-US"/>
        </a:p>
      </dgm:t>
    </dgm:pt>
    <dgm:pt modelId="{63DDD79B-64A3-4FA9-ACBF-FB4587EA6111}" type="pres">
      <dgm:prSet presAssocID="{CDCDAA21-5103-4A1C-A924-621600EE43AB}" presName="diagram" presStyleCnt="0">
        <dgm:presLayoutVars>
          <dgm:dir/>
          <dgm:resizeHandles val="exact"/>
        </dgm:presLayoutVars>
      </dgm:prSet>
      <dgm:spPr/>
    </dgm:pt>
    <dgm:pt modelId="{1A60B539-2074-40BC-B8E4-100E75F88644}" type="pres">
      <dgm:prSet presAssocID="{D1ED27BF-EC1D-4CC4-B6EF-204FB9594C80}" presName="node" presStyleLbl="node1" presStyleIdx="0" presStyleCnt="3">
        <dgm:presLayoutVars>
          <dgm:bulletEnabled val="1"/>
        </dgm:presLayoutVars>
      </dgm:prSet>
      <dgm:spPr/>
    </dgm:pt>
    <dgm:pt modelId="{DDAEF7F1-EA5E-478E-9910-949FC1051D53}" type="pres">
      <dgm:prSet presAssocID="{28412A05-EEE9-450D-95D0-A16FE3C6F39C}" presName="sibTrans" presStyleCnt="0"/>
      <dgm:spPr/>
    </dgm:pt>
    <dgm:pt modelId="{BACF075C-9C75-4593-92C0-D311C5CFFF18}" type="pres">
      <dgm:prSet presAssocID="{C28EFD3C-A7C8-41AE-A1DF-7BDCA946A40C}" presName="node" presStyleLbl="node1" presStyleIdx="1" presStyleCnt="3">
        <dgm:presLayoutVars>
          <dgm:bulletEnabled val="1"/>
        </dgm:presLayoutVars>
      </dgm:prSet>
      <dgm:spPr/>
    </dgm:pt>
    <dgm:pt modelId="{320ED655-633C-4539-8CD7-43E5B73E93BC}" type="pres">
      <dgm:prSet presAssocID="{A96F93D7-472B-4A3F-98CC-8BBB22191213}" presName="sibTrans" presStyleCnt="0"/>
      <dgm:spPr/>
    </dgm:pt>
    <dgm:pt modelId="{61B7B6AA-FCC0-4168-9CFF-029188CE6155}" type="pres">
      <dgm:prSet presAssocID="{E0E9E946-3B20-40B4-851D-624547C1FA0E}" presName="node" presStyleLbl="node1" presStyleIdx="2" presStyleCnt="3">
        <dgm:presLayoutVars>
          <dgm:bulletEnabled val="1"/>
        </dgm:presLayoutVars>
      </dgm:prSet>
      <dgm:spPr/>
    </dgm:pt>
  </dgm:ptLst>
  <dgm:cxnLst>
    <dgm:cxn modelId="{AB019E03-56D6-4B05-8D72-E3178916B1EB}" srcId="{CDCDAA21-5103-4A1C-A924-621600EE43AB}" destId="{D1ED27BF-EC1D-4CC4-B6EF-204FB9594C80}" srcOrd="0" destOrd="0" parTransId="{9DC47F6E-1941-46F6-A2BD-8950380EDFD1}" sibTransId="{28412A05-EEE9-450D-95D0-A16FE3C6F39C}"/>
    <dgm:cxn modelId="{ABD80E53-C310-4902-9EA4-2996568CABD6}" srcId="{CDCDAA21-5103-4A1C-A924-621600EE43AB}" destId="{C28EFD3C-A7C8-41AE-A1DF-7BDCA946A40C}" srcOrd="1" destOrd="0" parTransId="{5F1EA756-B31E-454C-A418-987C30570378}" sibTransId="{A96F93D7-472B-4A3F-98CC-8BBB22191213}"/>
    <dgm:cxn modelId="{56BF0C74-9200-4B30-B83F-101C2A15A194}" type="presOf" srcId="{C28EFD3C-A7C8-41AE-A1DF-7BDCA946A40C}" destId="{BACF075C-9C75-4593-92C0-D311C5CFFF18}" srcOrd="0" destOrd="0" presId="urn:microsoft.com/office/officeart/2005/8/layout/default"/>
    <dgm:cxn modelId="{DF0EA59A-1381-436E-BD42-BE6B8AF236D1}" type="presOf" srcId="{CDCDAA21-5103-4A1C-A924-621600EE43AB}" destId="{63DDD79B-64A3-4FA9-ACBF-FB4587EA6111}" srcOrd="0" destOrd="0" presId="urn:microsoft.com/office/officeart/2005/8/layout/default"/>
    <dgm:cxn modelId="{F1C759B6-3523-4D75-9973-13E92B6EB136}" srcId="{CDCDAA21-5103-4A1C-A924-621600EE43AB}" destId="{E0E9E946-3B20-40B4-851D-624547C1FA0E}" srcOrd="2" destOrd="0" parTransId="{EE310BE2-B470-4C70-9512-DD350F119C2E}" sibTransId="{CAF467EB-F230-4D28-BB9B-550ED518AC25}"/>
    <dgm:cxn modelId="{D3D90EDE-D069-4EC3-85B0-30D384C3354B}" type="presOf" srcId="{E0E9E946-3B20-40B4-851D-624547C1FA0E}" destId="{61B7B6AA-FCC0-4168-9CFF-029188CE6155}" srcOrd="0" destOrd="0" presId="urn:microsoft.com/office/officeart/2005/8/layout/default"/>
    <dgm:cxn modelId="{FD2548F9-7742-4D0E-BBB0-EAAFA175B91D}" type="presOf" srcId="{D1ED27BF-EC1D-4CC4-B6EF-204FB9594C80}" destId="{1A60B539-2074-40BC-B8E4-100E75F88644}" srcOrd="0" destOrd="0" presId="urn:microsoft.com/office/officeart/2005/8/layout/default"/>
    <dgm:cxn modelId="{40FECCDA-B027-41FA-BF65-257347FD36DD}" type="presParOf" srcId="{63DDD79B-64A3-4FA9-ACBF-FB4587EA6111}" destId="{1A60B539-2074-40BC-B8E4-100E75F88644}" srcOrd="0" destOrd="0" presId="urn:microsoft.com/office/officeart/2005/8/layout/default"/>
    <dgm:cxn modelId="{EF5BA9D1-E8BC-4C53-B0B5-D69B020D204B}" type="presParOf" srcId="{63DDD79B-64A3-4FA9-ACBF-FB4587EA6111}" destId="{DDAEF7F1-EA5E-478E-9910-949FC1051D53}" srcOrd="1" destOrd="0" presId="urn:microsoft.com/office/officeart/2005/8/layout/default"/>
    <dgm:cxn modelId="{B3D73959-ED14-45A7-81EB-ECBDF5DEF7FE}" type="presParOf" srcId="{63DDD79B-64A3-4FA9-ACBF-FB4587EA6111}" destId="{BACF075C-9C75-4593-92C0-D311C5CFFF18}" srcOrd="2" destOrd="0" presId="urn:microsoft.com/office/officeart/2005/8/layout/default"/>
    <dgm:cxn modelId="{DC0EEBFA-8119-4818-9285-1BFF5B841595}" type="presParOf" srcId="{63DDD79B-64A3-4FA9-ACBF-FB4587EA6111}" destId="{320ED655-633C-4539-8CD7-43E5B73E93BC}" srcOrd="3" destOrd="0" presId="urn:microsoft.com/office/officeart/2005/8/layout/default"/>
    <dgm:cxn modelId="{49687B41-60B9-48CD-BF5D-A097DB9F4F29}" type="presParOf" srcId="{63DDD79B-64A3-4FA9-ACBF-FB4587EA6111}" destId="{61B7B6AA-FCC0-4168-9CFF-029188CE615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CDAA21-5103-4A1C-A924-621600EE43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ED27BF-EC1D-4CC4-B6EF-204FB9594C80}">
      <dgm:prSet/>
      <dgm:spPr/>
      <dgm:t>
        <a:bodyPr/>
        <a:lstStyle/>
        <a:p>
          <a:r>
            <a:rPr lang="en-US"/>
            <a:t>Assumes linearity</a:t>
          </a:r>
          <a:endParaRPr lang="en-US" dirty="0"/>
        </a:p>
      </dgm:t>
    </dgm:pt>
    <dgm:pt modelId="{9DC47F6E-1941-46F6-A2BD-8950380EDFD1}" type="parTrans" cxnId="{AB019E03-56D6-4B05-8D72-E3178916B1EB}">
      <dgm:prSet/>
      <dgm:spPr/>
      <dgm:t>
        <a:bodyPr/>
        <a:lstStyle/>
        <a:p>
          <a:endParaRPr lang="en-US"/>
        </a:p>
      </dgm:t>
    </dgm:pt>
    <dgm:pt modelId="{28412A05-EEE9-450D-95D0-A16FE3C6F39C}" type="sibTrans" cxnId="{AB019E03-56D6-4B05-8D72-E3178916B1EB}">
      <dgm:prSet/>
      <dgm:spPr/>
      <dgm:t>
        <a:bodyPr/>
        <a:lstStyle/>
        <a:p>
          <a:endParaRPr lang="en-US"/>
        </a:p>
      </dgm:t>
    </dgm:pt>
    <dgm:pt modelId="{A212381B-E843-4E4F-B1CF-4E7BAD522A04}">
      <dgm:prSet/>
      <dgm:spPr/>
      <dgm:t>
        <a:bodyPr/>
        <a:lstStyle/>
        <a:p>
          <a:r>
            <a:rPr lang="en-US"/>
            <a:t>Easy to see how each variable is associated with income and holds others constant</a:t>
          </a:r>
          <a:endParaRPr lang="en-US" dirty="0"/>
        </a:p>
      </dgm:t>
    </dgm:pt>
    <dgm:pt modelId="{4DD0A8C1-4DA7-44CF-BEF8-FDF0FF1B012D}" type="parTrans" cxnId="{04A3135C-1BD7-4DE2-8602-39187C303207}">
      <dgm:prSet/>
      <dgm:spPr/>
      <dgm:t>
        <a:bodyPr/>
        <a:lstStyle/>
        <a:p>
          <a:endParaRPr lang="en-US"/>
        </a:p>
      </dgm:t>
    </dgm:pt>
    <dgm:pt modelId="{B133FE48-167E-4F5F-B8FF-CEF6F2BFB9C3}" type="sibTrans" cxnId="{04A3135C-1BD7-4DE2-8602-39187C303207}">
      <dgm:prSet/>
      <dgm:spPr/>
      <dgm:t>
        <a:bodyPr/>
        <a:lstStyle/>
        <a:p>
          <a:endParaRPr lang="en-US"/>
        </a:p>
      </dgm:t>
    </dgm:pt>
    <dgm:pt modelId="{24E222AC-7313-4C25-83A9-43D7E5CC5B37}">
      <dgm:prSet/>
      <dgm:spPr/>
      <dgm:t>
        <a:bodyPr/>
        <a:lstStyle/>
        <a:p>
          <a:r>
            <a:rPr lang="en-US"/>
            <a:t>Serves as a baseline and interpretability benchmark</a:t>
          </a:r>
        </a:p>
      </dgm:t>
    </dgm:pt>
    <dgm:pt modelId="{EE3152F2-063D-49D2-873B-80F59780BC90}" type="parTrans" cxnId="{515771FD-CBA3-4DD9-8FE8-E274824753D9}">
      <dgm:prSet/>
      <dgm:spPr/>
      <dgm:t>
        <a:bodyPr/>
        <a:lstStyle/>
        <a:p>
          <a:endParaRPr lang="en-US"/>
        </a:p>
      </dgm:t>
    </dgm:pt>
    <dgm:pt modelId="{76A1B6E9-D227-4C4D-AE25-2B3528C2EC90}" type="sibTrans" cxnId="{515771FD-CBA3-4DD9-8FE8-E274824753D9}">
      <dgm:prSet/>
      <dgm:spPr/>
      <dgm:t>
        <a:bodyPr/>
        <a:lstStyle/>
        <a:p>
          <a:endParaRPr lang="en-US"/>
        </a:p>
      </dgm:t>
    </dgm:pt>
    <dgm:pt modelId="{63DDD79B-64A3-4FA9-ACBF-FB4587EA6111}" type="pres">
      <dgm:prSet presAssocID="{CDCDAA21-5103-4A1C-A924-621600EE43AB}" presName="diagram" presStyleCnt="0">
        <dgm:presLayoutVars>
          <dgm:dir/>
          <dgm:resizeHandles val="exact"/>
        </dgm:presLayoutVars>
      </dgm:prSet>
      <dgm:spPr/>
    </dgm:pt>
    <dgm:pt modelId="{1A60B539-2074-40BC-B8E4-100E75F88644}" type="pres">
      <dgm:prSet presAssocID="{D1ED27BF-EC1D-4CC4-B6EF-204FB9594C80}" presName="node" presStyleLbl="node1" presStyleIdx="0" presStyleCnt="3">
        <dgm:presLayoutVars>
          <dgm:bulletEnabled val="1"/>
        </dgm:presLayoutVars>
      </dgm:prSet>
      <dgm:spPr/>
    </dgm:pt>
    <dgm:pt modelId="{DDAEF7F1-EA5E-478E-9910-949FC1051D53}" type="pres">
      <dgm:prSet presAssocID="{28412A05-EEE9-450D-95D0-A16FE3C6F39C}" presName="sibTrans" presStyleCnt="0"/>
      <dgm:spPr/>
    </dgm:pt>
    <dgm:pt modelId="{E3A11A49-B784-458E-B5EC-44C002451B8C}" type="pres">
      <dgm:prSet presAssocID="{A212381B-E843-4E4F-B1CF-4E7BAD522A04}" presName="node" presStyleLbl="node1" presStyleIdx="1" presStyleCnt="3">
        <dgm:presLayoutVars>
          <dgm:bulletEnabled val="1"/>
        </dgm:presLayoutVars>
      </dgm:prSet>
      <dgm:spPr/>
    </dgm:pt>
    <dgm:pt modelId="{5F7415D7-674B-4A44-B26E-B437735D072D}" type="pres">
      <dgm:prSet presAssocID="{B133FE48-167E-4F5F-B8FF-CEF6F2BFB9C3}" presName="sibTrans" presStyleCnt="0"/>
      <dgm:spPr/>
    </dgm:pt>
    <dgm:pt modelId="{509F221E-6F9F-4B54-ACF4-CD80997C3376}" type="pres">
      <dgm:prSet presAssocID="{24E222AC-7313-4C25-83A9-43D7E5CC5B37}" presName="node" presStyleLbl="node1" presStyleIdx="2" presStyleCnt="3">
        <dgm:presLayoutVars>
          <dgm:bulletEnabled val="1"/>
        </dgm:presLayoutVars>
      </dgm:prSet>
      <dgm:spPr/>
    </dgm:pt>
  </dgm:ptLst>
  <dgm:cxnLst>
    <dgm:cxn modelId="{AB019E03-56D6-4B05-8D72-E3178916B1EB}" srcId="{CDCDAA21-5103-4A1C-A924-621600EE43AB}" destId="{D1ED27BF-EC1D-4CC4-B6EF-204FB9594C80}" srcOrd="0" destOrd="0" parTransId="{9DC47F6E-1941-46F6-A2BD-8950380EDFD1}" sibTransId="{28412A05-EEE9-450D-95D0-A16FE3C6F39C}"/>
    <dgm:cxn modelId="{3DE6571D-A469-4907-917D-81964C8FC2A2}" type="presOf" srcId="{A212381B-E843-4E4F-B1CF-4E7BAD522A04}" destId="{E3A11A49-B784-458E-B5EC-44C002451B8C}" srcOrd="0" destOrd="0" presId="urn:microsoft.com/office/officeart/2005/8/layout/default"/>
    <dgm:cxn modelId="{04A3135C-1BD7-4DE2-8602-39187C303207}" srcId="{CDCDAA21-5103-4A1C-A924-621600EE43AB}" destId="{A212381B-E843-4E4F-B1CF-4E7BAD522A04}" srcOrd="1" destOrd="0" parTransId="{4DD0A8C1-4DA7-44CF-BEF8-FDF0FF1B012D}" sibTransId="{B133FE48-167E-4F5F-B8FF-CEF6F2BFB9C3}"/>
    <dgm:cxn modelId="{DF0EA59A-1381-436E-BD42-BE6B8AF236D1}" type="presOf" srcId="{CDCDAA21-5103-4A1C-A924-621600EE43AB}" destId="{63DDD79B-64A3-4FA9-ACBF-FB4587EA6111}" srcOrd="0" destOrd="0" presId="urn:microsoft.com/office/officeart/2005/8/layout/default"/>
    <dgm:cxn modelId="{09CFBCC5-36C5-4BAC-94CE-C447264F47C6}" type="presOf" srcId="{24E222AC-7313-4C25-83A9-43D7E5CC5B37}" destId="{509F221E-6F9F-4B54-ACF4-CD80997C3376}" srcOrd="0" destOrd="0" presId="urn:microsoft.com/office/officeart/2005/8/layout/default"/>
    <dgm:cxn modelId="{FD2548F9-7742-4D0E-BBB0-EAAFA175B91D}" type="presOf" srcId="{D1ED27BF-EC1D-4CC4-B6EF-204FB9594C80}" destId="{1A60B539-2074-40BC-B8E4-100E75F88644}" srcOrd="0" destOrd="0" presId="urn:microsoft.com/office/officeart/2005/8/layout/default"/>
    <dgm:cxn modelId="{515771FD-CBA3-4DD9-8FE8-E274824753D9}" srcId="{CDCDAA21-5103-4A1C-A924-621600EE43AB}" destId="{24E222AC-7313-4C25-83A9-43D7E5CC5B37}" srcOrd="2" destOrd="0" parTransId="{EE3152F2-063D-49D2-873B-80F59780BC90}" sibTransId="{76A1B6E9-D227-4C4D-AE25-2B3528C2EC90}"/>
    <dgm:cxn modelId="{40FECCDA-B027-41FA-BF65-257347FD36DD}" type="presParOf" srcId="{63DDD79B-64A3-4FA9-ACBF-FB4587EA6111}" destId="{1A60B539-2074-40BC-B8E4-100E75F88644}" srcOrd="0" destOrd="0" presId="urn:microsoft.com/office/officeart/2005/8/layout/default"/>
    <dgm:cxn modelId="{EF5BA9D1-E8BC-4C53-B0B5-D69B020D204B}" type="presParOf" srcId="{63DDD79B-64A3-4FA9-ACBF-FB4587EA6111}" destId="{DDAEF7F1-EA5E-478E-9910-949FC1051D53}" srcOrd="1" destOrd="0" presId="urn:microsoft.com/office/officeart/2005/8/layout/default"/>
    <dgm:cxn modelId="{476F33EE-4C06-4D37-A034-70BFBDAAA59F}" type="presParOf" srcId="{63DDD79B-64A3-4FA9-ACBF-FB4587EA6111}" destId="{E3A11A49-B784-458E-B5EC-44C002451B8C}" srcOrd="2" destOrd="0" presId="urn:microsoft.com/office/officeart/2005/8/layout/default"/>
    <dgm:cxn modelId="{3D9AE99C-5054-44BE-BED2-92F4D3D0C568}" type="presParOf" srcId="{63DDD79B-64A3-4FA9-ACBF-FB4587EA6111}" destId="{5F7415D7-674B-4A44-B26E-B437735D072D}" srcOrd="3" destOrd="0" presId="urn:microsoft.com/office/officeart/2005/8/layout/default"/>
    <dgm:cxn modelId="{4739D505-04A6-475D-B0AD-846F9EF828B4}" type="presParOf" srcId="{63DDD79B-64A3-4FA9-ACBF-FB4587EA6111}" destId="{509F221E-6F9F-4B54-ACF4-CD80997C337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CDAA21-5103-4A1C-A924-621600EE43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ED27BF-EC1D-4CC4-B6EF-204FB9594C80}">
      <dgm:prSet/>
      <dgm:spPr/>
      <dgm:t>
        <a:bodyPr/>
        <a:lstStyle/>
        <a:p>
          <a:r>
            <a:rPr lang="en-US"/>
            <a:t>Does not try to aptly fit data, but rather tries to keep the most important coefficients</a:t>
          </a:r>
          <a:endParaRPr lang="en-US" dirty="0"/>
        </a:p>
      </dgm:t>
    </dgm:pt>
    <dgm:pt modelId="{9DC47F6E-1941-46F6-A2BD-8950380EDFD1}" type="parTrans" cxnId="{AB019E03-56D6-4B05-8D72-E3178916B1EB}">
      <dgm:prSet/>
      <dgm:spPr/>
      <dgm:t>
        <a:bodyPr/>
        <a:lstStyle/>
        <a:p>
          <a:endParaRPr lang="en-US"/>
        </a:p>
      </dgm:t>
    </dgm:pt>
    <dgm:pt modelId="{28412A05-EEE9-450D-95D0-A16FE3C6F39C}" type="sibTrans" cxnId="{AB019E03-56D6-4B05-8D72-E3178916B1EB}">
      <dgm:prSet/>
      <dgm:spPr/>
      <dgm:t>
        <a:bodyPr/>
        <a:lstStyle/>
        <a:p>
          <a:endParaRPr lang="en-US"/>
        </a:p>
      </dgm:t>
    </dgm:pt>
    <dgm:pt modelId="{C28EFD3C-A7C8-41AE-A1DF-7BDCA946A40C}">
      <dgm:prSet/>
      <dgm:spPr/>
      <dgm:t>
        <a:bodyPr/>
        <a:lstStyle/>
        <a:p>
          <a:r>
            <a:rPr lang="en-US"/>
            <a:t>Fewer “active” variables – are there any that may need to be eliminated?</a:t>
          </a:r>
          <a:endParaRPr lang="en-US" dirty="0"/>
        </a:p>
      </dgm:t>
    </dgm:pt>
    <dgm:pt modelId="{5F1EA756-B31E-454C-A418-987C30570378}" type="parTrans" cxnId="{ABD80E53-C310-4902-9EA4-2996568CABD6}">
      <dgm:prSet/>
      <dgm:spPr/>
      <dgm:t>
        <a:bodyPr/>
        <a:lstStyle/>
        <a:p>
          <a:endParaRPr lang="en-US"/>
        </a:p>
      </dgm:t>
    </dgm:pt>
    <dgm:pt modelId="{A96F93D7-472B-4A3F-98CC-8BBB22191213}" type="sibTrans" cxnId="{ABD80E53-C310-4902-9EA4-2996568CABD6}">
      <dgm:prSet/>
      <dgm:spPr/>
      <dgm:t>
        <a:bodyPr/>
        <a:lstStyle/>
        <a:p>
          <a:endParaRPr lang="en-US"/>
        </a:p>
      </dgm:t>
    </dgm:pt>
    <dgm:pt modelId="{63DDD79B-64A3-4FA9-ACBF-FB4587EA6111}" type="pres">
      <dgm:prSet presAssocID="{CDCDAA21-5103-4A1C-A924-621600EE43AB}" presName="diagram" presStyleCnt="0">
        <dgm:presLayoutVars>
          <dgm:dir/>
          <dgm:resizeHandles val="exact"/>
        </dgm:presLayoutVars>
      </dgm:prSet>
      <dgm:spPr/>
    </dgm:pt>
    <dgm:pt modelId="{1A60B539-2074-40BC-B8E4-100E75F88644}" type="pres">
      <dgm:prSet presAssocID="{D1ED27BF-EC1D-4CC4-B6EF-204FB9594C80}" presName="node" presStyleLbl="node1" presStyleIdx="0" presStyleCnt="2">
        <dgm:presLayoutVars>
          <dgm:bulletEnabled val="1"/>
        </dgm:presLayoutVars>
      </dgm:prSet>
      <dgm:spPr/>
    </dgm:pt>
    <dgm:pt modelId="{DDAEF7F1-EA5E-478E-9910-949FC1051D53}" type="pres">
      <dgm:prSet presAssocID="{28412A05-EEE9-450D-95D0-A16FE3C6F39C}" presName="sibTrans" presStyleCnt="0"/>
      <dgm:spPr/>
    </dgm:pt>
    <dgm:pt modelId="{BACF075C-9C75-4593-92C0-D311C5CFFF18}" type="pres">
      <dgm:prSet presAssocID="{C28EFD3C-A7C8-41AE-A1DF-7BDCA946A40C}" presName="node" presStyleLbl="node1" presStyleIdx="1" presStyleCnt="2">
        <dgm:presLayoutVars>
          <dgm:bulletEnabled val="1"/>
        </dgm:presLayoutVars>
      </dgm:prSet>
      <dgm:spPr/>
    </dgm:pt>
  </dgm:ptLst>
  <dgm:cxnLst>
    <dgm:cxn modelId="{AB019E03-56D6-4B05-8D72-E3178916B1EB}" srcId="{CDCDAA21-5103-4A1C-A924-621600EE43AB}" destId="{D1ED27BF-EC1D-4CC4-B6EF-204FB9594C80}" srcOrd="0" destOrd="0" parTransId="{9DC47F6E-1941-46F6-A2BD-8950380EDFD1}" sibTransId="{28412A05-EEE9-450D-95D0-A16FE3C6F39C}"/>
    <dgm:cxn modelId="{ABD80E53-C310-4902-9EA4-2996568CABD6}" srcId="{CDCDAA21-5103-4A1C-A924-621600EE43AB}" destId="{C28EFD3C-A7C8-41AE-A1DF-7BDCA946A40C}" srcOrd="1" destOrd="0" parTransId="{5F1EA756-B31E-454C-A418-987C30570378}" sibTransId="{A96F93D7-472B-4A3F-98CC-8BBB22191213}"/>
    <dgm:cxn modelId="{56BF0C74-9200-4B30-B83F-101C2A15A194}" type="presOf" srcId="{C28EFD3C-A7C8-41AE-A1DF-7BDCA946A40C}" destId="{BACF075C-9C75-4593-92C0-D311C5CFFF18}" srcOrd="0" destOrd="0" presId="urn:microsoft.com/office/officeart/2005/8/layout/default"/>
    <dgm:cxn modelId="{DF0EA59A-1381-436E-BD42-BE6B8AF236D1}" type="presOf" srcId="{CDCDAA21-5103-4A1C-A924-621600EE43AB}" destId="{63DDD79B-64A3-4FA9-ACBF-FB4587EA6111}" srcOrd="0" destOrd="0" presId="urn:microsoft.com/office/officeart/2005/8/layout/default"/>
    <dgm:cxn modelId="{FD2548F9-7742-4D0E-BBB0-EAAFA175B91D}" type="presOf" srcId="{D1ED27BF-EC1D-4CC4-B6EF-204FB9594C80}" destId="{1A60B539-2074-40BC-B8E4-100E75F88644}" srcOrd="0" destOrd="0" presId="urn:microsoft.com/office/officeart/2005/8/layout/default"/>
    <dgm:cxn modelId="{40FECCDA-B027-41FA-BF65-257347FD36DD}" type="presParOf" srcId="{63DDD79B-64A3-4FA9-ACBF-FB4587EA6111}" destId="{1A60B539-2074-40BC-B8E4-100E75F88644}" srcOrd="0" destOrd="0" presId="urn:microsoft.com/office/officeart/2005/8/layout/default"/>
    <dgm:cxn modelId="{EF5BA9D1-E8BC-4C53-B0B5-D69B020D204B}" type="presParOf" srcId="{63DDD79B-64A3-4FA9-ACBF-FB4587EA6111}" destId="{DDAEF7F1-EA5E-478E-9910-949FC1051D53}" srcOrd="1" destOrd="0" presId="urn:microsoft.com/office/officeart/2005/8/layout/default"/>
    <dgm:cxn modelId="{B3D73959-ED14-45A7-81EB-ECBDF5DEF7FE}" type="presParOf" srcId="{63DDD79B-64A3-4FA9-ACBF-FB4587EA6111}" destId="{BACF075C-9C75-4593-92C0-D311C5CFFF1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DCDAA21-5103-4A1C-A924-621600EE43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ED27BF-EC1D-4CC4-B6EF-204FB9594C80}">
      <dgm:prSet/>
      <dgm:spPr/>
      <dgm:t>
        <a:bodyPr/>
        <a:lstStyle/>
        <a:p>
          <a:r>
            <a:rPr lang="en-US"/>
            <a:t>More aggressive tree-based model</a:t>
          </a:r>
          <a:endParaRPr lang="en-US" dirty="0"/>
        </a:p>
      </dgm:t>
    </dgm:pt>
    <dgm:pt modelId="{9DC47F6E-1941-46F6-A2BD-8950380EDFD1}" type="parTrans" cxnId="{AB019E03-56D6-4B05-8D72-E3178916B1EB}">
      <dgm:prSet/>
      <dgm:spPr/>
      <dgm:t>
        <a:bodyPr/>
        <a:lstStyle/>
        <a:p>
          <a:endParaRPr lang="en-US"/>
        </a:p>
      </dgm:t>
    </dgm:pt>
    <dgm:pt modelId="{28412A05-EEE9-450D-95D0-A16FE3C6F39C}" type="sibTrans" cxnId="{AB019E03-56D6-4B05-8D72-E3178916B1EB}">
      <dgm:prSet/>
      <dgm:spPr/>
      <dgm:t>
        <a:bodyPr/>
        <a:lstStyle/>
        <a:p>
          <a:endParaRPr lang="en-US"/>
        </a:p>
      </dgm:t>
    </dgm:pt>
    <dgm:pt modelId="{896CBFA3-B36D-44AE-B4F7-1610C76ADF1E}">
      <dgm:prSet/>
      <dgm:spPr/>
      <dgm:t>
        <a:bodyPr/>
        <a:lstStyle/>
        <a:p>
          <a:r>
            <a:rPr lang="en-US"/>
            <a:t>Depends heavily on data validation and encoding being effective on other models</a:t>
          </a:r>
          <a:endParaRPr lang="en-US" dirty="0"/>
        </a:p>
      </dgm:t>
    </dgm:pt>
    <dgm:pt modelId="{148AEBBC-A535-44FE-8893-B41B8911A34B}" type="parTrans" cxnId="{F790E372-E528-4E50-B0BC-50EA27851A46}">
      <dgm:prSet/>
      <dgm:spPr/>
      <dgm:t>
        <a:bodyPr/>
        <a:lstStyle/>
        <a:p>
          <a:endParaRPr lang="en-US"/>
        </a:p>
      </dgm:t>
    </dgm:pt>
    <dgm:pt modelId="{CB07C4E6-2D2C-4EEA-B54A-27427B27B727}" type="sibTrans" cxnId="{F790E372-E528-4E50-B0BC-50EA27851A46}">
      <dgm:prSet/>
      <dgm:spPr/>
      <dgm:t>
        <a:bodyPr/>
        <a:lstStyle/>
        <a:p>
          <a:endParaRPr lang="en-US"/>
        </a:p>
      </dgm:t>
    </dgm:pt>
    <dgm:pt modelId="{51933818-0EC3-42BC-AFB1-2AEF0EDFC188}">
      <dgm:prSet/>
      <dgm:spPr/>
      <dgm:t>
        <a:bodyPr/>
        <a:lstStyle/>
        <a:p>
          <a:r>
            <a:rPr lang="en-US"/>
            <a:t>Each new tree is designed to fix errors in the previous tree</a:t>
          </a:r>
          <a:endParaRPr lang="en-US" dirty="0"/>
        </a:p>
      </dgm:t>
    </dgm:pt>
    <dgm:pt modelId="{9D378280-278F-4170-8E42-1CECC02D8968}" type="parTrans" cxnId="{4C601DDB-D9B8-41DD-B48D-741C227426B4}">
      <dgm:prSet/>
      <dgm:spPr/>
      <dgm:t>
        <a:bodyPr/>
        <a:lstStyle/>
        <a:p>
          <a:endParaRPr lang="en-US"/>
        </a:p>
      </dgm:t>
    </dgm:pt>
    <dgm:pt modelId="{9DE60B3C-1AE9-4B7B-8DA8-2FBE3E4EE5AA}" type="sibTrans" cxnId="{4C601DDB-D9B8-41DD-B48D-741C227426B4}">
      <dgm:prSet/>
      <dgm:spPr/>
      <dgm:t>
        <a:bodyPr/>
        <a:lstStyle/>
        <a:p>
          <a:endParaRPr lang="en-US"/>
        </a:p>
      </dgm:t>
    </dgm:pt>
    <dgm:pt modelId="{63DDD79B-64A3-4FA9-ACBF-FB4587EA6111}" type="pres">
      <dgm:prSet presAssocID="{CDCDAA21-5103-4A1C-A924-621600EE43AB}" presName="diagram" presStyleCnt="0">
        <dgm:presLayoutVars>
          <dgm:dir/>
          <dgm:resizeHandles val="exact"/>
        </dgm:presLayoutVars>
      </dgm:prSet>
      <dgm:spPr/>
    </dgm:pt>
    <dgm:pt modelId="{1A60B539-2074-40BC-B8E4-100E75F88644}" type="pres">
      <dgm:prSet presAssocID="{D1ED27BF-EC1D-4CC4-B6EF-204FB9594C80}" presName="node" presStyleLbl="node1" presStyleIdx="0" presStyleCnt="3">
        <dgm:presLayoutVars>
          <dgm:bulletEnabled val="1"/>
        </dgm:presLayoutVars>
      </dgm:prSet>
      <dgm:spPr/>
    </dgm:pt>
    <dgm:pt modelId="{DDAEF7F1-EA5E-478E-9910-949FC1051D53}" type="pres">
      <dgm:prSet presAssocID="{28412A05-EEE9-450D-95D0-A16FE3C6F39C}" presName="sibTrans" presStyleCnt="0"/>
      <dgm:spPr/>
    </dgm:pt>
    <dgm:pt modelId="{13571958-E2CE-4964-9648-F1A822D9724B}" type="pres">
      <dgm:prSet presAssocID="{896CBFA3-B36D-44AE-B4F7-1610C76ADF1E}" presName="node" presStyleLbl="node1" presStyleIdx="1" presStyleCnt="3">
        <dgm:presLayoutVars>
          <dgm:bulletEnabled val="1"/>
        </dgm:presLayoutVars>
      </dgm:prSet>
      <dgm:spPr/>
    </dgm:pt>
    <dgm:pt modelId="{646E3BDE-3667-4319-9480-8F8F8E3C8DEA}" type="pres">
      <dgm:prSet presAssocID="{CB07C4E6-2D2C-4EEA-B54A-27427B27B727}" presName="sibTrans" presStyleCnt="0"/>
      <dgm:spPr/>
    </dgm:pt>
    <dgm:pt modelId="{E85FDCBF-EA1E-4E4D-9ED3-88C2EBBB1241}" type="pres">
      <dgm:prSet presAssocID="{51933818-0EC3-42BC-AFB1-2AEF0EDFC188}" presName="node" presStyleLbl="node1" presStyleIdx="2" presStyleCnt="3">
        <dgm:presLayoutVars>
          <dgm:bulletEnabled val="1"/>
        </dgm:presLayoutVars>
      </dgm:prSet>
      <dgm:spPr/>
    </dgm:pt>
  </dgm:ptLst>
  <dgm:cxnLst>
    <dgm:cxn modelId="{AB019E03-56D6-4B05-8D72-E3178916B1EB}" srcId="{CDCDAA21-5103-4A1C-A924-621600EE43AB}" destId="{D1ED27BF-EC1D-4CC4-B6EF-204FB9594C80}" srcOrd="0" destOrd="0" parTransId="{9DC47F6E-1941-46F6-A2BD-8950380EDFD1}" sibTransId="{28412A05-EEE9-450D-95D0-A16FE3C6F39C}"/>
    <dgm:cxn modelId="{F790E372-E528-4E50-B0BC-50EA27851A46}" srcId="{CDCDAA21-5103-4A1C-A924-621600EE43AB}" destId="{896CBFA3-B36D-44AE-B4F7-1610C76ADF1E}" srcOrd="1" destOrd="0" parTransId="{148AEBBC-A535-44FE-8893-B41B8911A34B}" sibTransId="{CB07C4E6-2D2C-4EEA-B54A-27427B27B727}"/>
    <dgm:cxn modelId="{DF0EA59A-1381-436E-BD42-BE6B8AF236D1}" type="presOf" srcId="{CDCDAA21-5103-4A1C-A924-621600EE43AB}" destId="{63DDD79B-64A3-4FA9-ACBF-FB4587EA6111}" srcOrd="0" destOrd="0" presId="urn:microsoft.com/office/officeart/2005/8/layout/default"/>
    <dgm:cxn modelId="{8F295FC9-785D-4277-A7FC-CDAE31FF84B4}" type="presOf" srcId="{51933818-0EC3-42BC-AFB1-2AEF0EDFC188}" destId="{E85FDCBF-EA1E-4E4D-9ED3-88C2EBBB1241}" srcOrd="0" destOrd="0" presId="urn:microsoft.com/office/officeart/2005/8/layout/default"/>
    <dgm:cxn modelId="{4C601DDB-D9B8-41DD-B48D-741C227426B4}" srcId="{CDCDAA21-5103-4A1C-A924-621600EE43AB}" destId="{51933818-0EC3-42BC-AFB1-2AEF0EDFC188}" srcOrd="2" destOrd="0" parTransId="{9D378280-278F-4170-8E42-1CECC02D8968}" sibTransId="{9DE60B3C-1AE9-4B7B-8DA8-2FBE3E4EE5AA}"/>
    <dgm:cxn modelId="{DC315FE7-47E5-4CDC-AEA3-0E515035CA13}" type="presOf" srcId="{896CBFA3-B36D-44AE-B4F7-1610C76ADF1E}" destId="{13571958-E2CE-4964-9648-F1A822D9724B}" srcOrd="0" destOrd="0" presId="urn:microsoft.com/office/officeart/2005/8/layout/default"/>
    <dgm:cxn modelId="{FD2548F9-7742-4D0E-BBB0-EAAFA175B91D}" type="presOf" srcId="{D1ED27BF-EC1D-4CC4-B6EF-204FB9594C80}" destId="{1A60B539-2074-40BC-B8E4-100E75F88644}" srcOrd="0" destOrd="0" presId="urn:microsoft.com/office/officeart/2005/8/layout/default"/>
    <dgm:cxn modelId="{40FECCDA-B027-41FA-BF65-257347FD36DD}" type="presParOf" srcId="{63DDD79B-64A3-4FA9-ACBF-FB4587EA6111}" destId="{1A60B539-2074-40BC-B8E4-100E75F88644}" srcOrd="0" destOrd="0" presId="urn:microsoft.com/office/officeart/2005/8/layout/default"/>
    <dgm:cxn modelId="{EF5BA9D1-E8BC-4C53-B0B5-D69B020D204B}" type="presParOf" srcId="{63DDD79B-64A3-4FA9-ACBF-FB4587EA6111}" destId="{DDAEF7F1-EA5E-478E-9910-949FC1051D53}" srcOrd="1" destOrd="0" presId="urn:microsoft.com/office/officeart/2005/8/layout/default"/>
    <dgm:cxn modelId="{B39692D3-E634-44DC-8170-CE7C8CBF6D67}" type="presParOf" srcId="{63DDD79B-64A3-4FA9-ACBF-FB4587EA6111}" destId="{13571958-E2CE-4964-9648-F1A822D9724B}" srcOrd="2" destOrd="0" presId="urn:microsoft.com/office/officeart/2005/8/layout/default"/>
    <dgm:cxn modelId="{7E1AD331-8F0F-4984-B768-B66790E41DE9}" type="presParOf" srcId="{63DDD79B-64A3-4FA9-ACBF-FB4587EA6111}" destId="{646E3BDE-3667-4319-9480-8F8F8E3C8DEA}" srcOrd="3" destOrd="0" presId="urn:microsoft.com/office/officeart/2005/8/layout/default"/>
    <dgm:cxn modelId="{FD6CE099-8052-4F70-AECA-2EECB2816588}" type="presParOf" srcId="{63DDD79B-64A3-4FA9-ACBF-FB4587EA6111}" destId="{E85FDCBF-EA1E-4E4D-9ED3-88C2EBBB124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F65DCB8-ECF3-4513-986B-DF00C42350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DCA1D3-05FA-4FFE-92F9-982283BA5346}">
      <dgm:prSet/>
      <dgm:spPr/>
      <dgm:t>
        <a:bodyPr/>
        <a:lstStyle/>
        <a:p>
          <a:r>
            <a:rPr lang="en-US"/>
            <a:t>Build final training set by combining test and validation set</a:t>
          </a:r>
        </a:p>
      </dgm:t>
    </dgm:pt>
    <dgm:pt modelId="{FAFB1065-5923-43CF-8227-04B9F949AEAD}" type="parTrans" cxnId="{8B37226F-8CDE-4A4B-B0BD-91D54171A6A2}">
      <dgm:prSet/>
      <dgm:spPr/>
      <dgm:t>
        <a:bodyPr/>
        <a:lstStyle/>
        <a:p>
          <a:endParaRPr lang="en-US"/>
        </a:p>
      </dgm:t>
    </dgm:pt>
    <dgm:pt modelId="{F06A0DA7-DBD9-42BF-BA31-678E8D408310}" type="sibTrans" cxnId="{8B37226F-8CDE-4A4B-B0BD-91D54171A6A2}">
      <dgm:prSet/>
      <dgm:spPr/>
      <dgm:t>
        <a:bodyPr/>
        <a:lstStyle/>
        <a:p>
          <a:endParaRPr lang="en-US"/>
        </a:p>
      </dgm:t>
    </dgm:pt>
    <dgm:pt modelId="{B29B1569-C2EF-4291-A7D7-441355416CB1}">
      <dgm:prSet/>
      <dgm:spPr/>
      <dgm:t>
        <a:bodyPr/>
        <a:lstStyle/>
        <a:p>
          <a:r>
            <a:rPr lang="en-US"/>
            <a:t>Fit metrics onto test set</a:t>
          </a:r>
        </a:p>
      </dgm:t>
    </dgm:pt>
    <dgm:pt modelId="{72ACBFF9-DAEE-465A-B540-B74A671B92FA}" type="parTrans" cxnId="{91801EE7-0181-4C04-9AFF-92505472AEF0}">
      <dgm:prSet/>
      <dgm:spPr/>
      <dgm:t>
        <a:bodyPr/>
        <a:lstStyle/>
        <a:p>
          <a:endParaRPr lang="en-US"/>
        </a:p>
      </dgm:t>
    </dgm:pt>
    <dgm:pt modelId="{C3689E7E-0396-444D-847A-3FD8F53513D9}" type="sibTrans" cxnId="{91801EE7-0181-4C04-9AFF-92505472AEF0}">
      <dgm:prSet/>
      <dgm:spPr/>
      <dgm:t>
        <a:bodyPr/>
        <a:lstStyle/>
        <a:p>
          <a:endParaRPr lang="en-US"/>
        </a:p>
      </dgm:t>
    </dgm:pt>
    <dgm:pt modelId="{066CF290-6BF5-4C98-BC44-1E90D3DBB936}">
      <dgm:prSet/>
      <dgm:spPr/>
      <dgm:t>
        <a:bodyPr/>
        <a:lstStyle/>
        <a:p>
          <a:r>
            <a:rPr lang="en-US"/>
            <a:t>Then, convert log income back to regular income scale</a:t>
          </a:r>
        </a:p>
      </dgm:t>
    </dgm:pt>
    <dgm:pt modelId="{295E8DFB-DB22-490E-BECF-2DDFCF94E32C}" type="parTrans" cxnId="{6457EB6D-0A94-489B-881F-5074B52F1CC2}">
      <dgm:prSet/>
      <dgm:spPr/>
      <dgm:t>
        <a:bodyPr/>
        <a:lstStyle/>
        <a:p>
          <a:endParaRPr lang="en-US"/>
        </a:p>
      </dgm:t>
    </dgm:pt>
    <dgm:pt modelId="{1DD99810-CA45-4F00-9A87-2F711B908E1A}" type="sibTrans" cxnId="{6457EB6D-0A94-489B-881F-5074B52F1CC2}">
      <dgm:prSet/>
      <dgm:spPr/>
      <dgm:t>
        <a:bodyPr/>
        <a:lstStyle/>
        <a:p>
          <a:endParaRPr lang="en-US"/>
        </a:p>
      </dgm:t>
    </dgm:pt>
    <dgm:pt modelId="{BF8B38EF-ACD1-4377-BB3B-BC20B00A906D}" type="pres">
      <dgm:prSet presAssocID="{8F65DCB8-ECF3-4513-986B-DF00C4235096}" presName="root" presStyleCnt="0">
        <dgm:presLayoutVars>
          <dgm:dir/>
          <dgm:resizeHandles val="exact"/>
        </dgm:presLayoutVars>
      </dgm:prSet>
      <dgm:spPr/>
    </dgm:pt>
    <dgm:pt modelId="{DBECD347-B06A-47A0-A2DD-A8B1724AF690}" type="pres">
      <dgm:prSet presAssocID="{00DCA1D3-05FA-4FFE-92F9-982283BA5346}" presName="compNode" presStyleCnt="0"/>
      <dgm:spPr/>
    </dgm:pt>
    <dgm:pt modelId="{0820D0E3-367C-4D84-94C3-913F5F0DB03B}" type="pres">
      <dgm:prSet presAssocID="{00DCA1D3-05FA-4FFE-92F9-982283BA53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AA61AB5-EE59-45F5-81EC-9C387B7E4771}" type="pres">
      <dgm:prSet presAssocID="{00DCA1D3-05FA-4FFE-92F9-982283BA5346}" presName="spaceRect" presStyleCnt="0"/>
      <dgm:spPr/>
    </dgm:pt>
    <dgm:pt modelId="{14DEC6D9-A17E-447D-A782-0A5A3DE6C36B}" type="pres">
      <dgm:prSet presAssocID="{00DCA1D3-05FA-4FFE-92F9-982283BA5346}" presName="textRect" presStyleLbl="revTx" presStyleIdx="0" presStyleCnt="3">
        <dgm:presLayoutVars>
          <dgm:chMax val="1"/>
          <dgm:chPref val="1"/>
        </dgm:presLayoutVars>
      </dgm:prSet>
      <dgm:spPr/>
    </dgm:pt>
    <dgm:pt modelId="{C11A8CDE-5E1E-4BA3-B4AD-ABD00502F0F3}" type="pres">
      <dgm:prSet presAssocID="{F06A0DA7-DBD9-42BF-BA31-678E8D408310}" presName="sibTrans" presStyleCnt="0"/>
      <dgm:spPr/>
    </dgm:pt>
    <dgm:pt modelId="{1C423DA6-1BC9-4D2B-A8A9-FCC7217FA19C}" type="pres">
      <dgm:prSet presAssocID="{B29B1569-C2EF-4291-A7D7-441355416CB1}" presName="compNode" presStyleCnt="0"/>
      <dgm:spPr/>
    </dgm:pt>
    <dgm:pt modelId="{EBC71766-56D3-450F-A46C-3704E0BB0ACB}" type="pres">
      <dgm:prSet presAssocID="{B29B1569-C2EF-4291-A7D7-441355416C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7066CFD-5F20-4819-9D82-2B0765A1E638}" type="pres">
      <dgm:prSet presAssocID="{B29B1569-C2EF-4291-A7D7-441355416CB1}" presName="spaceRect" presStyleCnt="0"/>
      <dgm:spPr/>
    </dgm:pt>
    <dgm:pt modelId="{E0CF3F61-440A-42DA-BC97-826C16D4E132}" type="pres">
      <dgm:prSet presAssocID="{B29B1569-C2EF-4291-A7D7-441355416CB1}" presName="textRect" presStyleLbl="revTx" presStyleIdx="1" presStyleCnt="3">
        <dgm:presLayoutVars>
          <dgm:chMax val="1"/>
          <dgm:chPref val="1"/>
        </dgm:presLayoutVars>
      </dgm:prSet>
      <dgm:spPr/>
    </dgm:pt>
    <dgm:pt modelId="{39EF6587-E4B0-4251-B58B-6BC9D19AC0C4}" type="pres">
      <dgm:prSet presAssocID="{C3689E7E-0396-444D-847A-3FD8F53513D9}" presName="sibTrans" presStyleCnt="0"/>
      <dgm:spPr/>
    </dgm:pt>
    <dgm:pt modelId="{5FF5846D-01F5-4A53-8CB2-3700966C7673}" type="pres">
      <dgm:prSet presAssocID="{066CF290-6BF5-4C98-BC44-1E90D3DBB936}" presName="compNode" presStyleCnt="0"/>
      <dgm:spPr/>
    </dgm:pt>
    <dgm:pt modelId="{5A3C0C4C-5195-40AE-85AE-727A38DBC8CE}" type="pres">
      <dgm:prSet presAssocID="{066CF290-6BF5-4C98-BC44-1E90D3DBB9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04304EB-5E8B-4CA0-A77D-2784F317C7E2}" type="pres">
      <dgm:prSet presAssocID="{066CF290-6BF5-4C98-BC44-1E90D3DBB936}" presName="spaceRect" presStyleCnt="0"/>
      <dgm:spPr/>
    </dgm:pt>
    <dgm:pt modelId="{31FC5DC8-A918-40B0-9571-A220A305A7EE}" type="pres">
      <dgm:prSet presAssocID="{066CF290-6BF5-4C98-BC44-1E90D3DBB93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A58246D-73D9-4BFA-8CFC-B8EA26324C05}" type="presOf" srcId="{B29B1569-C2EF-4291-A7D7-441355416CB1}" destId="{E0CF3F61-440A-42DA-BC97-826C16D4E132}" srcOrd="0" destOrd="0" presId="urn:microsoft.com/office/officeart/2018/2/layout/IconLabelList"/>
    <dgm:cxn modelId="{6457EB6D-0A94-489B-881F-5074B52F1CC2}" srcId="{8F65DCB8-ECF3-4513-986B-DF00C4235096}" destId="{066CF290-6BF5-4C98-BC44-1E90D3DBB936}" srcOrd="2" destOrd="0" parTransId="{295E8DFB-DB22-490E-BECF-2DDFCF94E32C}" sibTransId="{1DD99810-CA45-4F00-9A87-2F711B908E1A}"/>
    <dgm:cxn modelId="{8B37226F-8CDE-4A4B-B0BD-91D54171A6A2}" srcId="{8F65DCB8-ECF3-4513-986B-DF00C4235096}" destId="{00DCA1D3-05FA-4FFE-92F9-982283BA5346}" srcOrd="0" destOrd="0" parTransId="{FAFB1065-5923-43CF-8227-04B9F949AEAD}" sibTransId="{F06A0DA7-DBD9-42BF-BA31-678E8D408310}"/>
    <dgm:cxn modelId="{975020C6-34AF-4717-B350-C7598A0CF1FD}" type="presOf" srcId="{8F65DCB8-ECF3-4513-986B-DF00C4235096}" destId="{BF8B38EF-ACD1-4377-BB3B-BC20B00A906D}" srcOrd="0" destOrd="0" presId="urn:microsoft.com/office/officeart/2018/2/layout/IconLabelList"/>
    <dgm:cxn modelId="{91801EE7-0181-4C04-9AFF-92505472AEF0}" srcId="{8F65DCB8-ECF3-4513-986B-DF00C4235096}" destId="{B29B1569-C2EF-4291-A7D7-441355416CB1}" srcOrd="1" destOrd="0" parTransId="{72ACBFF9-DAEE-465A-B540-B74A671B92FA}" sibTransId="{C3689E7E-0396-444D-847A-3FD8F53513D9}"/>
    <dgm:cxn modelId="{E830B4F6-010C-452C-BE53-BDB1BB85B2FF}" type="presOf" srcId="{066CF290-6BF5-4C98-BC44-1E90D3DBB936}" destId="{31FC5DC8-A918-40B0-9571-A220A305A7EE}" srcOrd="0" destOrd="0" presId="urn:microsoft.com/office/officeart/2018/2/layout/IconLabelList"/>
    <dgm:cxn modelId="{3996AEF7-4D05-47C3-8806-6A7A3001B869}" type="presOf" srcId="{00DCA1D3-05FA-4FFE-92F9-982283BA5346}" destId="{14DEC6D9-A17E-447D-A782-0A5A3DE6C36B}" srcOrd="0" destOrd="0" presId="urn:microsoft.com/office/officeart/2018/2/layout/IconLabelList"/>
    <dgm:cxn modelId="{CFF12DF6-CACD-4E09-A541-5CF8211C1190}" type="presParOf" srcId="{BF8B38EF-ACD1-4377-BB3B-BC20B00A906D}" destId="{DBECD347-B06A-47A0-A2DD-A8B1724AF690}" srcOrd="0" destOrd="0" presId="urn:microsoft.com/office/officeart/2018/2/layout/IconLabelList"/>
    <dgm:cxn modelId="{A4F3EBD6-E174-4A1E-A3D7-1806ED1417E1}" type="presParOf" srcId="{DBECD347-B06A-47A0-A2DD-A8B1724AF690}" destId="{0820D0E3-367C-4D84-94C3-913F5F0DB03B}" srcOrd="0" destOrd="0" presId="urn:microsoft.com/office/officeart/2018/2/layout/IconLabelList"/>
    <dgm:cxn modelId="{EAEB2B4A-FD94-4C9A-9CE5-1B542036D1F2}" type="presParOf" srcId="{DBECD347-B06A-47A0-A2DD-A8B1724AF690}" destId="{EAA61AB5-EE59-45F5-81EC-9C387B7E4771}" srcOrd="1" destOrd="0" presId="urn:microsoft.com/office/officeart/2018/2/layout/IconLabelList"/>
    <dgm:cxn modelId="{E9212012-3F57-44BD-8CF9-A4D39AADBFC9}" type="presParOf" srcId="{DBECD347-B06A-47A0-A2DD-A8B1724AF690}" destId="{14DEC6D9-A17E-447D-A782-0A5A3DE6C36B}" srcOrd="2" destOrd="0" presId="urn:microsoft.com/office/officeart/2018/2/layout/IconLabelList"/>
    <dgm:cxn modelId="{E879F060-943E-4599-8DF1-63C2206BE28D}" type="presParOf" srcId="{BF8B38EF-ACD1-4377-BB3B-BC20B00A906D}" destId="{C11A8CDE-5E1E-4BA3-B4AD-ABD00502F0F3}" srcOrd="1" destOrd="0" presId="urn:microsoft.com/office/officeart/2018/2/layout/IconLabelList"/>
    <dgm:cxn modelId="{052EBD15-0F49-4F9D-AD86-C66AA919638C}" type="presParOf" srcId="{BF8B38EF-ACD1-4377-BB3B-BC20B00A906D}" destId="{1C423DA6-1BC9-4D2B-A8A9-FCC7217FA19C}" srcOrd="2" destOrd="0" presId="urn:microsoft.com/office/officeart/2018/2/layout/IconLabelList"/>
    <dgm:cxn modelId="{BFB4EEC1-7DD3-451C-9D4B-5CA9A77CF150}" type="presParOf" srcId="{1C423DA6-1BC9-4D2B-A8A9-FCC7217FA19C}" destId="{EBC71766-56D3-450F-A46C-3704E0BB0ACB}" srcOrd="0" destOrd="0" presId="urn:microsoft.com/office/officeart/2018/2/layout/IconLabelList"/>
    <dgm:cxn modelId="{3320B75B-DA2F-4E5A-8501-403664A44A04}" type="presParOf" srcId="{1C423DA6-1BC9-4D2B-A8A9-FCC7217FA19C}" destId="{87066CFD-5F20-4819-9D82-2B0765A1E638}" srcOrd="1" destOrd="0" presId="urn:microsoft.com/office/officeart/2018/2/layout/IconLabelList"/>
    <dgm:cxn modelId="{A7053EB5-8344-47AA-9DA3-8E8244395AAA}" type="presParOf" srcId="{1C423DA6-1BC9-4D2B-A8A9-FCC7217FA19C}" destId="{E0CF3F61-440A-42DA-BC97-826C16D4E132}" srcOrd="2" destOrd="0" presId="urn:microsoft.com/office/officeart/2018/2/layout/IconLabelList"/>
    <dgm:cxn modelId="{73DD76B7-8BF0-4F2E-B55E-93A13A0D0E43}" type="presParOf" srcId="{BF8B38EF-ACD1-4377-BB3B-BC20B00A906D}" destId="{39EF6587-E4B0-4251-B58B-6BC9D19AC0C4}" srcOrd="3" destOrd="0" presId="urn:microsoft.com/office/officeart/2018/2/layout/IconLabelList"/>
    <dgm:cxn modelId="{F00C9D24-5D90-48EE-84E1-DDEC34233000}" type="presParOf" srcId="{BF8B38EF-ACD1-4377-BB3B-BC20B00A906D}" destId="{5FF5846D-01F5-4A53-8CB2-3700966C7673}" srcOrd="4" destOrd="0" presId="urn:microsoft.com/office/officeart/2018/2/layout/IconLabelList"/>
    <dgm:cxn modelId="{13C60BC8-6164-4A17-BC8A-36ECF9313A5C}" type="presParOf" srcId="{5FF5846D-01F5-4A53-8CB2-3700966C7673}" destId="{5A3C0C4C-5195-40AE-85AE-727A38DBC8CE}" srcOrd="0" destOrd="0" presId="urn:microsoft.com/office/officeart/2018/2/layout/IconLabelList"/>
    <dgm:cxn modelId="{A7EA5D86-433B-4B84-BB7B-66F11E60CDB3}" type="presParOf" srcId="{5FF5846D-01F5-4A53-8CB2-3700966C7673}" destId="{D04304EB-5E8B-4CA0-A77D-2784F317C7E2}" srcOrd="1" destOrd="0" presId="urn:microsoft.com/office/officeart/2018/2/layout/IconLabelList"/>
    <dgm:cxn modelId="{01DD164C-5CEA-4000-81CA-1DC4C5814C6E}" type="presParOf" srcId="{5FF5846D-01F5-4A53-8CB2-3700966C7673}" destId="{31FC5DC8-A918-40B0-9571-A220A305A7E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8F214DE-D468-454E-A1BD-EF6CEB196396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AC6373B-3342-4413-81DC-9966556028A0}">
      <dgm:prSet/>
      <dgm:spPr/>
      <dgm:t>
        <a:bodyPr/>
        <a:lstStyle/>
        <a:p>
          <a:r>
            <a:rPr lang="en-US"/>
            <a:t>Label categorical variables</a:t>
          </a:r>
        </a:p>
      </dgm:t>
    </dgm:pt>
    <dgm:pt modelId="{1D0EDBF6-5A76-4849-991E-9E3304767CD5}" type="parTrans" cxnId="{E50FDE4E-DAAF-47DA-85A1-7874BA8CA5BF}">
      <dgm:prSet/>
      <dgm:spPr/>
      <dgm:t>
        <a:bodyPr/>
        <a:lstStyle/>
        <a:p>
          <a:endParaRPr lang="en-US"/>
        </a:p>
      </dgm:t>
    </dgm:pt>
    <dgm:pt modelId="{B7B30A51-1285-4FDD-BBE9-0D28843A6477}" type="sibTrans" cxnId="{E50FDE4E-DAAF-47DA-85A1-7874BA8CA5BF}">
      <dgm:prSet/>
      <dgm:spPr/>
      <dgm:t>
        <a:bodyPr/>
        <a:lstStyle/>
        <a:p>
          <a:endParaRPr lang="en-US"/>
        </a:p>
      </dgm:t>
    </dgm:pt>
    <dgm:pt modelId="{4F92EC77-98FD-4689-A8BB-AC5D47EF7DB1}">
      <dgm:prSet/>
      <dgm:spPr/>
      <dgm:t>
        <a:bodyPr/>
        <a:lstStyle/>
        <a:p>
          <a:r>
            <a:rPr lang="en-US"/>
            <a:t>Use income bands</a:t>
          </a:r>
        </a:p>
      </dgm:t>
    </dgm:pt>
    <dgm:pt modelId="{975D2198-AD0D-4103-A104-EB15CD5F13DC}" type="parTrans" cxnId="{FBDEFD8E-5535-4ED7-92C2-7BE4040EC0E5}">
      <dgm:prSet/>
      <dgm:spPr/>
      <dgm:t>
        <a:bodyPr/>
        <a:lstStyle/>
        <a:p>
          <a:endParaRPr lang="en-US"/>
        </a:p>
      </dgm:t>
    </dgm:pt>
    <dgm:pt modelId="{C241B08A-D6F3-4D42-975F-DB6CFF9CF7B5}" type="sibTrans" cxnId="{FBDEFD8E-5535-4ED7-92C2-7BE4040EC0E5}">
      <dgm:prSet/>
      <dgm:spPr/>
      <dgm:t>
        <a:bodyPr/>
        <a:lstStyle/>
        <a:p>
          <a:endParaRPr lang="en-US"/>
        </a:p>
      </dgm:t>
    </dgm:pt>
    <dgm:pt modelId="{AE2688F3-CBF1-4FE7-A952-96F93A24462A}">
      <dgm:prSet/>
      <dgm:spPr/>
      <dgm:t>
        <a:bodyPr/>
        <a:lstStyle/>
        <a:p>
          <a:r>
            <a:rPr lang="en-US"/>
            <a:t>Low income (&lt;$40k)</a:t>
          </a:r>
        </a:p>
      </dgm:t>
    </dgm:pt>
    <dgm:pt modelId="{FCE1EB28-0337-424F-AD68-1D65D44F0190}" type="parTrans" cxnId="{480FD2EA-4E43-462D-9CE3-3EAD49D2B22F}">
      <dgm:prSet/>
      <dgm:spPr/>
      <dgm:t>
        <a:bodyPr/>
        <a:lstStyle/>
        <a:p>
          <a:endParaRPr lang="en-US"/>
        </a:p>
      </dgm:t>
    </dgm:pt>
    <dgm:pt modelId="{C3F3AAB6-09E4-4E96-8717-7826873006FC}" type="sibTrans" cxnId="{480FD2EA-4E43-462D-9CE3-3EAD49D2B22F}">
      <dgm:prSet/>
      <dgm:spPr/>
      <dgm:t>
        <a:bodyPr/>
        <a:lstStyle/>
        <a:p>
          <a:endParaRPr lang="en-US"/>
        </a:p>
      </dgm:t>
    </dgm:pt>
    <dgm:pt modelId="{E4BAA401-61AC-4EC0-BB7F-C87568FF8364}">
      <dgm:prSet/>
      <dgm:spPr/>
      <dgm:t>
        <a:bodyPr/>
        <a:lstStyle/>
        <a:p>
          <a:r>
            <a:rPr lang="en-US"/>
            <a:t>Medium income ($40k-$100k)</a:t>
          </a:r>
        </a:p>
      </dgm:t>
    </dgm:pt>
    <dgm:pt modelId="{1BD1B611-F73A-4F5E-8CA6-655C54F19066}" type="parTrans" cxnId="{28E867BC-664F-4831-B7D9-43BD13028FE6}">
      <dgm:prSet/>
      <dgm:spPr/>
      <dgm:t>
        <a:bodyPr/>
        <a:lstStyle/>
        <a:p>
          <a:endParaRPr lang="en-US"/>
        </a:p>
      </dgm:t>
    </dgm:pt>
    <dgm:pt modelId="{8F735E16-C8BE-425E-83C4-42C8C334E26D}" type="sibTrans" cxnId="{28E867BC-664F-4831-B7D9-43BD13028FE6}">
      <dgm:prSet/>
      <dgm:spPr/>
      <dgm:t>
        <a:bodyPr/>
        <a:lstStyle/>
        <a:p>
          <a:endParaRPr lang="en-US"/>
        </a:p>
      </dgm:t>
    </dgm:pt>
    <dgm:pt modelId="{860246AD-79AF-41FC-93EA-900317CA26B0}">
      <dgm:prSet/>
      <dgm:spPr/>
      <dgm:t>
        <a:bodyPr/>
        <a:lstStyle/>
        <a:p>
          <a:r>
            <a:rPr lang="en-US"/>
            <a:t>High income (&gt;$100k)</a:t>
          </a:r>
        </a:p>
      </dgm:t>
    </dgm:pt>
    <dgm:pt modelId="{EF49CBAD-438B-426B-A0ED-C32BC4B38CBB}" type="parTrans" cxnId="{329CC67A-7271-47E3-8AFF-340D59CAF437}">
      <dgm:prSet/>
      <dgm:spPr/>
      <dgm:t>
        <a:bodyPr/>
        <a:lstStyle/>
        <a:p>
          <a:endParaRPr lang="en-US"/>
        </a:p>
      </dgm:t>
    </dgm:pt>
    <dgm:pt modelId="{D5606095-72DD-4CC5-9150-46623DA228B2}" type="sibTrans" cxnId="{329CC67A-7271-47E3-8AFF-340D59CAF437}">
      <dgm:prSet/>
      <dgm:spPr/>
      <dgm:t>
        <a:bodyPr/>
        <a:lstStyle/>
        <a:p>
          <a:endParaRPr lang="en-US"/>
        </a:p>
      </dgm:t>
    </dgm:pt>
    <dgm:pt modelId="{020D8041-6C16-40F0-8BB9-69DCEAE61C0A}" type="pres">
      <dgm:prSet presAssocID="{08F214DE-D468-454E-A1BD-EF6CEB196396}" presName="Name0" presStyleCnt="0">
        <dgm:presLayoutVars>
          <dgm:dir/>
          <dgm:animLvl val="lvl"/>
          <dgm:resizeHandles val="exact"/>
        </dgm:presLayoutVars>
      </dgm:prSet>
      <dgm:spPr/>
    </dgm:pt>
    <dgm:pt modelId="{1A02EB1B-3B6C-4874-93EF-CD2CEF4DE43C}" type="pres">
      <dgm:prSet presAssocID="{4F92EC77-98FD-4689-A8BB-AC5D47EF7DB1}" presName="boxAndChildren" presStyleCnt="0"/>
      <dgm:spPr/>
    </dgm:pt>
    <dgm:pt modelId="{5F24E01A-F8C5-4C41-A15D-985A76B2C393}" type="pres">
      <dgm:prSet presAssocID="{4F92EC77-98FD-4689-A8BB-AC5D47EF7DB1}" presName="parentTextBox" presStyleLbl="node1" presStyleIdx="0" presStyleCnt="2"/>
      <dgm:spPr/>
    </dgm:pt>
    <dgm:pt modelId="{4FB2A272-7E3C-40FC-BFAF-3290AE4A7BD8}" type="pres">
      <dgm:prSet presAssocID="{4F92EC77-98FD-4689-A8BB-AC5D47EF7DB1}" presName="entireBox" presStyleLbl="node1" presStyleIdx="0" presStyleCnt="2"/>
      <dgm:spPr/>
    </dgm:pt>
    <dgm:pt modelId="{2EF456EB-BDB6-4620-8F2C-68790B141CC2}" type="pres">
      <dgm:prSet presAssocID="{4F92EC77-98FD-4689-A8BB-AC5D47EF7DB1}" presName="descendantBox" presStyleCnt="0"/>
      <dgm:spPr/>
    </dgm:pt>
    <dgm:pt modelId="{8D13B857-583F-47B4-8FF8-F86DD64340DE}" type="pres">
      <dgm:prSet presAssocID="{AE2688F3-CBF1-4FE7-A952-96F93A24462A}" presName="childTextBox" presStyleLbl="fgAccFollowNode1" presStyleIdx="0" presStyleCnt="3">
        <dgm:presLayoutVars>
          <dgm:bulletEnabled val="1"/>
        </dgm:presLayoutVars>
      </dgm:prSet>
      <dgm:spPr/>
    </dgm:pt>
    <dgm:pt modelId="{93524D29-CCCE-4448-82EC-C217047A5D93}" type="pres">
      <dgm:prSet presAssocID="{E4BAA401-61AC-4EC0-BB7F-C87568FF8364}" presName="childTextBox" presStyleLbl="fgAccFollowNode1" presStyleIdx="1" presStyleCnt="3">
        <dgm:presLayoutVars>
          <dgm:bulletEnabled val="1"/>
        </dgm:presLayoutVars>
      </dgm:prSet>
      <dgm:spPr/>
    </dgm:pt>
    <dgm:pt modelId="{D74F9652-AFE3-4804-9053-A0CBB182E4A1}" type="pres">
      <dgm:prSet presAssocID="{860246AD-79AF-41FC-93EA-900317CA26B0}" presName="childTextBox" presStyleLbl="fgAccFollowNode1" presStyleIdx="2" presStyleCnt="3">
        <dgm:presLayoutVars>
          <dgm:bulletEnabled val="1"/>
        </dgm:presLayoutVars>
      </dgm:prSet>
      <dgm:spPr/>
    </dgm:pt>
    <dgm:pt modelId="{35E10361-6C04-4D0A-B87E-7B17481E39B6}" type="pres">
      <dgm:prSet presAssocID="{B7B30A51-1285-4FDD-BBE9-0D28843A6477}" presName="sp" presStyleCnt="0"/>
      <dgm:spPr/>
    </dgm:pt>
    <dgm:pt modelId="{43524D68-0115-4428-9E6E-7511510DD460}" type="pres">
      <dgm:prSet presAssocID="{2AC6373B-3342-4413-81DC-9966556028A0}" presName="arrowAndChildren" presStyleCnt="0"/>
      <dgm:spPr/>
    </dgm:pt>
    <dgm:pt modelId="{47929065-65E7-4241-BCE8-3CA08EA51D32}" type="pres">
      <dgm:prSet presAssocID="{2AC6373B-3342-4413-81DC-9966556028A0}" presName="parentTextArrow" presStyleLbl="node1" presStyleIdx="1" presStyleCnt="2"/>
      <dgm:spPr/>
    </dgm:pt>
  </dgm:ptLst>
  <dgm:cxnLst>
    <dgm:cxn modelId="{E98DB30A-BF3B-4F03-9592-7882D6CFC151}" type="presOf" srcId="{E4BAA401-61AC-4EC0-BB7F-C87568FF8364}" destId="{93524D29-CCCE-4448-82EC-C217047A5D93}" srcOrd="0" destOrd="0" presId="urn:microsoft.com/office/officeart/2005/8/layout/process4"/>
    <dgm:cxn modelId="{C5B3E50C-C14A-4092-B26C-02653BFC32B2}" type="presOf" srcId="{08F214DE-D468-454E-A1BD-EF6CEB196396}" destId="{020D8041-6C16-40F0-8BB9-69DCEAE61C0A}" srcOrd="0" destOrd="0" presId="urn:microsoft.com/office/officeart/2005/8/layout/process4"/>
    <dgm:cxn modelId="{3907030D-78FF-4ABD-A1AB-22D07B32F41F}" type="presOf" srcId="{4F92EC77-98FD-4689-A8BB-AC5D47EF7DB1}" destId="{5F24E01A-F8C5-4C41-A15D-985A76B2C393}" srcOrd="0" destOrd="0" presId="urn:microsoft.com/office/officeart/2005/8/layout/process4"/>
    <dgm:cxn modelId="{E50FDE4E-DAAF-47DA-85A1-7874BA8CA5BF}" srcId="{08F214DE-D468-454E-A1BD-EF6CEB196396}" destId="{2AC6373B-3342-4413-81DC-9966556028A0}" srcOrd="0" destOrd="0" parTransId="{1D0EDBF6-5A76-4849-991E-9E3304767CD5}" sibTransId="{B7B30A51-1285-4FDD-BBE9-0D28843A6477}"/>
    <dgm:cxn modelId="{667B4673-1EEE-44ED-A982-AF1215DC6F67}" type="presOf" srcId="{2AC6373B-3342-4413-81DC-9966556028A0}" destId="{47929065-65E7-4241-BCE8-3CA08EA51D32}" srcOrd="0" destOrd="0" presId="urn:microsoft.com/office/officeart/2005/8/layout/process4"/>
    <dgm:cxn modelId="{329CC67A-7271-47E3-8AFF-340D59CAF437}" srcId="{4F92EC77-98FD-4689-A8BB-AC5D47EF7DB1}" destId="{860246AD-79AF-41FC-93EA-900317CA26B0}" srcOrd="2" destOrd="0" parTransId="{EF49CBAD-438B-426B-A0ED-C32BC4B38CBB}" sibTransId="{D5606095-72DD-4CC5-9150-46623DA228B2}"/>
    <dgm:cxn modelId="{ECDC7D7B-DA34-48A2-B965-C83B7916A8B7}" type="presOf" srcId="{4F92EC77-98FD-4689-A8BB-AC5D47EF7DB1}" destId="{4FB2A272-7E3C-40FC-BFAF-3290AE4A7BD8}" srcOrd="1" destOrd="0" presId="urn:microsoft.com/office/officeart/2005/8/layout/process4"/>
    <dgm:cxn modelId="{FBDEFD8E-5535-4ED7-92C2-7BE4040EC0E5}" srcId="{08F214DE-D468-454E-A1BD-EF6CEB196396}" destId="{4F92EC77-98FD-4689-A8BB-AC5D47EF7DB1}" srcOrd="1" destOrd="0" parTransId="{975D2198-AD0D-4103-A104-EB15CD5F13DC}" sibTransId="{C241B08A-D6F3-4D42-975F-DB6CFF9CF7B5}"/>
    <dgm:cxn modelId="{E015FABB-44DB-45B1-8494-2B9661A4DA5C}" type="presOf" srcId="{860246AD-79AF-41FC-93EA-900317CA26B0}" destId="{D74F9652-AFE3-4804-9053-A0CBB182E4A1}" srcOrd="0" destOrd="0" presId="urn:microsoft.com/office/officeart/2005/8/layout/process4"/>
    <dgm:cxn modelId="{28E867BC-664F-4831-B7D9-43BD13028FE6}" srcId="{4F92EC77-98FD-4689-A8BB-AC5D47EF7DB1}" destId="{E4BAA401-61AC-4EC0-BB7F-C87568FF8364}" srcOrd="1" destOrd="0" parTransId="{1BD1B611-F73A-4F5E-8CA6-655C54F19066}" sibTransId="{8F735E16-C8BE-425E-83C4-42C8C334E26D}"/>
    <dgm:cxn modelId="{480FD2EA-4E43-462D-9CE3-3EAD49D2B22F}" srcId="{4F92EC77-98FD-4689-A8BB-AC5D47EF7DB1}" destId="{AE2688F3-CBF1-4FE7-A952-96F93A24462A}" srcOrd="0" destOrd="0" parTransId="{FCE1EB28-0337-424F-AD68-1D65D44F0190}" sibTransId="{C3F3AAB6-09E4-4E96-8717-7826873006FC}"/>
    <dgm:cxn modelId="{9E0D8EFE-33E0-4B7F-83D9-27B2DDDAE47F}" type="presOf" srcId="{AE2688F3-CBF1-4FE7-A952-96F93A24462A}" destId="{8D13B857-583F-47B4-8FF8-F86DD64340DE}" srcOrd="0" destOrd="0" presId="urn:microsoft.com/office/officeart/2005/8/layout/process4"/>
    <dgm:cxn modelId="{58818BD8-BE66-47AC-A07D-B1768513D461}" type="presParOf" srcId="{020D8041-6C16-40F0-8BB9-69DCEAE61C0A}" destId="{1A02EB1B-3B6C-4874-93EF-CD2CEF4DE43C}" srcOrd="0" destOrd="0" presId="urn:microsoft.com/office/officeart/2005/8/layout/process4"/>
    <dgm:cxn modelId="{EAB0950C-0668-4856-80F9-133238AF5FD2}" type="presParOf" srcId="{1A02EB1B-3B6C-4874-93EF-CD2CEF4DE43C}" destId="{5F24E01A-F8C5-4C41-A15D-985A76B2C393}" srcOrd="0" destOrd="0" presId="urn:microsoft.com/office/officeart/2005/8/layout/process4"/>
    <dgm:cxn modelId="{88CC9523-0895-47AC-B829-457C936CEA8C}" type="presParOf" srcId="{1A02EB1B-3B6C-4874-93EF-CD2CEF4DE43C}" destId="{4FB2A272-7E3C-40FC-BFAF-3290AE4A7BD8}" srcOrd="1" destOrd="0" presId="urn:microsoft.com/office/officeart/2005/8/layout/process4"/>
    <dgm:cxn modelId="{EE005552-3F96-40C4-B080-9E264BFCE6DF}" type="presParOf" srcId="{1A02EB1B-3B6C-4874-93EF-CD2CEF4DE43C}" destId="{2EF456EB-BDB6-4620-8F2C-68790B141CC2}" srcOrd="2" destOrd="0" presId="urn:microsoft.com/office/officeart/2005/8/layout/process4"/>
    <dgm:cxn modelId="{4ACAA040-1C0D-44DD-85D7-76304508D55C}" type="presParOf" srcId="{2EF456EB-BDB6-4620-8F2C-68790B141CC2}" destId="{8D13B857-583F-47B4-8FF8-F86DD64340DE}" srcOrd="0" destOrd="0" presId="urn:microsoft.com/office/officeart/2005/8/layout/process4"/>
    <dgm:cxn modelId="{D484BAA7-2FA7-499B-B10F-F2B554A3A076}" type="presParOf" srcId="{2EF456EB-BDB6-4620-8F2C-68790B141CC2}" destId="{93524D29-CCCE-4448-82EC-C217047A5D93}" srcOrd="1" destOrd="0" presId="urn:microsoft.com/office/officeart/2005/8/layout/process4"/>
    <dgm:cxn modelId="{122060F7-0DFA-4FEE-B9D4-D3A7769703CA}" type="presParOf" srcId="{2EF456EB-BDB6-4620-8F2C-68790B141CC2}" destId="{D74F9652-AFE3-4804-9053-A0CBB182E4A1}" srcOrd="2" destOrd="0" presId="urn:microsoft.com/office/officeart/2005/8/layout/process4"/>
    <dgm:cxn modelId="{DA683379-2011-4DC1-BA72-D99B0D65C91F}" type="presParOf" srcId="{020D8041-6C16-40F0-8BB9-69DCEAE61C0A}" destId="{35E10361-6C04-4D0A-B87E-7B17481E39B6}" srcOrd="1" destOrd="0" presId="urn:microsoft.com/office/officeart/2005/8/layout/process4"/>
    <dgm:cxn modelId="{C2E885D8-3B1B-4EED-BB0B-06E7084D5916}" type="presParOf" srcId="{020D8041-6C16-40F0-8BB9-69DCEAE61C0A}" destId="{43524D68-0115-4428-9E6E-7511510DD460}" srcOrd="2" destOrd="0" presId="urn:microsoft.com/office/officeart/2005/8/layout/process4"/>
    <dgm:cxn modelId="{B01BFC4E-6783-45A7-ABB8-EED35BEBD1E4}" type="presParOf" srcId="{43524D68-0115-4428-9E6E-7511510DD460}" destId="{47929065-65E7-4241-BCE8-3CA08EA51D3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BE6EA66-531B-42C3-BB8A-53F4611AB76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74F71F-B190-49E0-95C1-B559CA0F3963}">
      <dgm:prSet/>
      <dgm:spPr/>
      <dgm:t>
        <a:bodyPr/>
        <a:lstStyle/>
        <a:p>
          <a:r>
            <a:rPr lang="en-US" dirty="0"/>
            <a:t>Stronger processing power to analyze full data</a:t>
          </a:r>
        </a:p>
      </dgm:t>
    </dgm:pt>
    <dgm:pt modelId="{613BF89B-F50C-4104-AA96-CFC2E81C5830}" type="parTrans" cxnId="{27920844-844D-4575-8AE4-4EA8167427B5}">
      <dgm:prSet/>
      <dgm:spPr/>
      <dgm:t>
        <a:bodyPr/>
        <a:lstStyle/>
        <a:p>
          <a:endParaRPr lang="en-US"/>
        </a:p>
      </dgm:t>
    </dgm:pt>
    <dgm:pt modelId="{6BCF5965-410F-4849-ABC9-155C1697FA0B}" type="sibTrans" cxnId="{27920844-844D-4575-8AE4-4EA8167427B5}">
      <dgm:prSet/>
      <dgm:spPr/>
      <dgm:t>
        <a:bodyPr/>
        <a:lstStyle/>
        <a:p>
          <a:endParaRPr lang="en-US"/>
        </a:p>
      </dgm:t>
    </dgm:pt>
    <dgm:pt modelId="{9D8929A9-CE09-42D9-8B16-7D06180C739F}">
      <dgm:prSet/>
      <dgm:spPr/>
      <dgm:t>
        <a:bodyPr/>
        <a:lstStyle/>
        <a:p>
          <a:r>
            <a:rPr lang="en-US"/>
            <a:t>Greater multi-variable correlation emphasis</a:t>
          </a:r>
          <a:endParaRPr lang="en-US" dirty="0"/>
        </a:p>
      </dgm:t>
    </dgm:pt>
    <dgm:pt modelId="{9C81613E-741E-4F57-9370-F530440EA68F}" type="parTrans" cxnId="{10C0F90E-F537-4661-B09D-8D3AABBFFB47}">
      <dgm:prSet/>
      <dgm:spPr/>
      <dgm:t>
        <a:bodyPr/>
        <a:lstStyle/>
        <a:p>
          <a:endParaRPr lang="en-US"/>
        </a:p>
      </dgm:t>
    </dgm:pt>
    <dgm:pt modelId="{56A15245-69BD-470F-9BA3-6534D9437592}" type="sibTrans" cxnId="{10C0F90E-F537-4661-B09D-8D3AABBFFB47}">
      <dgm:prSet/>
      <dgm:spPr/>
      <dgm:t>
        <a:bodyPr/>
        <a:lstStyle/>
        <a:p>
          <a:endParaRPr lang="en-US"/>
        </a:p>
      </dgm:t>
    </dgm:pt>
    <dgm:pt modelId="{3CDA62FB-3A60-45DC-8AC2-1EF6EC11E44E}">
      <dgm:prSet/>
      <dgm:spPr/>
      <dgm:t>
        <a:bodyPr/>
        <a:lstStyle/>
        <a:p>
          <a:r>
            <a:rPr lang="en-US"/>
            <a:t>State and local level</a:t>
          </a:r>
          <a:endParaRPr lang="en-US" dirty="0"/>
        </a:p>
      </dgm:t>
    </dgm:pt>
    <dgm:pt modelId="{2A82C621-6D71-4561-A1A6-90D3B7EDBFA7}" type="parTrans" cxnId="{DF474130-443E-42AA-8086-436E20D4DE69}">
      <dgm:prSet/>
      <dgm:spPr/>
      <dgm:t>
        <a:bodyPr/>
        <a:lstStyle/>
        <a:p>
          <a:endParaRPr lang="en-US"/>
        </a:p>
      </dgm:t>
    </dgm:pt>
    <dgm:pt modelId="{40F1E31C-8BCD-4F6E-9D76-941204B3CA21}" type="sibTrans" cxnId="{DF474130-443E-42AA-8086-436E20D4DE69}">
      <dgm:prSet/>
      <dgm:spPr/>
      <dgm:t>
        <a:bodyPr/>
        <a:lstStyle/>
        <a:p>
          <a:endParaRPr lang="en-US"/>
        </a:p>
      </dgm:t>
    </dgm:pt>
    <dgm:pt modelId="{C7AFC262-7C57-468F-97ED-5EF0D7282AFC}" type="pres">
      <dgm:prSet presAssocID="{ABE6EA66-531B-42C3-BB8A-53F4611AB76C}" presName="outerComposite" presStyleCnt="0">
        <dgm:presLayoutVars>
          <dgm:chMax val="5"/>
          <dgm:dir/>
          <dgm:resizeHandles val="exact"/>
        </dgm:presLayoutVars>
      </dgm:prSet>
      <dgm:spPr/>
    </dgm:pt>
    <dgm:pt modelId="{BC93D174-CF1B-438C-97CC-8C6F90401A0C}" type="pres">
      <dgm:prSet presAssocID="{ABE6EA66-531B-42C3-BB8A-53F4611AB76C}" presName="dummyMaxCanvas" presStyleCnt="0">
        <dgm:presLayoutVars/>
      </dgm:prSet>
      <dgm:spPr/>
    </dgm:pt>
    <dgm:pt modelId="{AF35CEF7-3DC6-468D-A4C6-FD1DE5CBF341}" type="pres">
      <dgm:prSet presAssocID="{ABE6EA66-531B-42C3-BB8A-53F4611AB76C}" presName="ThreeNodes_1" presStyleLbl="node1" presStyleIdx="0" presStyleCnt="3">
        <dgm:presLayoutVars>
          <dgm:bulletEnabled val="1"/>
        </dgm:presLayoutVars>
      </dgm:prSet>
      <dgm:spPr/>
    </dgm:pt>
    <dgm:pt modelId="{82EF8BBD-8417-4DB6-AF72-0D42B95136B0}" type="pres">
      <dgm:prSet presAssocID="{ABE6EA66-531B-42C3-BB8A-53F4611AB76C}" presName="ThreeNodes_2" presStyleLbl="node1" presStyleIdx="1" presStyleCnt="3">
        <dgm:presLayoutVars>
          <dgm:bulletEnabled val="1"/>
        </dgm:presLayoutVars>
      </dgm:prSet>
      <dgm:spPr/>
    </dgm:pt>
    <dgm:pt modelId="{B5F0BF7D-C013-43D4-A72F-F4E03E79CC2B}" type="pres">
      <dgm:prSet presAssocID="{ABE6EA66-531B-42C3-BB8A-53F4611AB76C}" presName="ThreeNodes_3" presStyleLbl="node1" presStyleIdx="2" presStyleCnt="3">
        <dgm:presLayoutVars>
          <dgm:bulletEnabled val="1"/>
        </dgm:presLayoutVars>
      </dgm:prSet>
      <dgm:spPr/>
    </dgm:pt>
    <dgm:pt modelId="{606B862F-886C-4841-A32D-9DA5F3FABC00}" type="pres">
      <dgm:prSet presAssocID="{ABE6EA66-531B-42C3-BB8A-53F4611AB76C}" presName="ThreeConn_1-2" presStyleLbl="fgAccFollowNode1" presStyleIdx="0" presStyleCnt="2">
        <dgm:presLayoutVars>
          <dgm:bulletEnabled val="1"/>
        </dgm:presLayoutVars>
      </dgm:prSet>
      <dgm:spPr/>
    </dgm:pt>
    <dgm:pt modelId="{0D23440A-FA0F-44DB-9369-9BC0DDEC009F}" type="pres">
      <dgm:prSet presAssocID="{ABE6EA66-531B-42C3-BB8A-53F4611AB76C}" presName="ThreeConn_2-3" presStyleLbl="fgAccFollowNode1" presStyleIdx="1" presStyleCnt="2">
        <dgm:presLayoutVars>
          <dgm:bulletEnabled val="1"/>
        </dgm:presLayoutVars>
      </dgm:prSet>
      <dgm:spPr/>
    </dgm:pt>
    <dgm:pt modelId="{7C5A2501-7A8C-4901-8DEC-F0E20EFE78DF}" type="pres">
      <dgm:prSet presAssocID="{ABE6EA66-531B-42C3-BB8A-53F4611AB76C}" presName="ThreeNodes_1_text" presStyleLbl="node1" presStyleIdx="2" presStyleCnt="3">
        <dgm:presLayoutVars>
          <dgm:bulletEnabled val="1"/>
        </dgm:presLayoutVars>
      </dgm:prSet>
      <dgm:spPr/>
    </dgm:pt>
    <dgm:pt modelId="{00F5E6C2-A462-44E6-A4B1-9CA92269E709}" type="pres">
      <dgm:prSet presAssocID="{ABE6EA66-531B-42C3-BB8A-53F4611AB76C}" presName="ThreeNodes_2_text" presStyleLbl="node1" presStyleIdx="2" presStyleCnt="3">
        <dgm:presLayoutVars>
          <dgm:bulletEnabled val="1"/>
        </dgm:presLayoutVars>
      </dgm:prSet>
      <dgm:spPr/>
    </dgm:pt>
    <dgm:pt modelId="{5CD7E5A2-143C-4935-A845-823500B3DFC9}" type="pres">
      <dgm:prSet presAssocID="{ABE6EA66-531B-42C3-BB8A-53F4611AB7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693BB00-85D6-4709-956B-0CDFA5C61C4E}" type="presOf" srcId="{56A15245-69BD-470F-9BA3-6534D9437592}" destId="{0D23440A-FA0F-44DB-9369-9BC0DDEC009F}" srcOrd="0" destOrd="0" presId="urn:microsoft.com/office/officeart/2005/8/layout/vProcess5"/>
    <dgm:cxn modelId="{AAC68802-94E2-4A33-863F-691A413C53C1}" type="presOf" srcId="{1474F71F-B190-49E0-95C1-B559CA0F3963}" destId="{AF35CEF7-3DC6-468D-A4C6-FD1DE5CBF341}" srcOrd="0" destOrd="0" presId="urn:microsoft.com/office/officeart/2005/8/layout/vProcess5"/>
    <dgm:cxn modelId="{10C0F90E-F537-4661-B09D-8D3AABBFFB47}" srcId="{ABE6EA66-531B-42C3-BB8A-53F4611AB76C}" destId="{9D8929A9-CE09-42D9-8B16-7D06180C739F}" srcOrd="1" destOrd="0" parTransId="{9C81613E-741E-4F57-9370-F530440EA68F}" sibTransId="{56A15245-69BD-470F-9BA3-6534D9437592}"/>
    <dgm:cxn modelId="{DF474130-443E-42AA-8086-436E20D4DE69}" srcId="{ABE6EA66-531B-42C3-BB8A-53F4611AB76C}" destId="{3CDA62FB-3A60-45DC-8AC2-1EF6EC11E44E}" srcOrd="2" destOrd="0" parTransId="{2A82C621-6D71-4561-A1A6-90D3B7EDBFA7}" sibTransId="{40F1E31C-8BCD-4F6E-9D76-941204B3CA21}"/>
    <dgm:cxn modelId="{1E4A395B-E731-484F-BA84-E1359941A72E}" type="presOf" srcId="{ABE6EA66-531B-42C3-BB8A-53F4611AB76C}" destId="{C7AFC262-7C57-468F-97ED-5EF0D7282AFC}" srcOrd="0" destOrd="0" presId="urn:microsoft.com/office/officeart/2005/8/layout/vProcess5"/>
    <dgm:cxn modelId="{27920844-844D-4575-8AE4-4EA8167427B5}" srcId="{ABE6EA66-531B-42C3-BB8A-53F4611AB76C}" destId="{1474F71F-B190-49E0-95C1-B559CA0F3963}" srcOrd="0" destOrd="0" parTransId="{613BF89B-F50C-4104-AA96-CFC2E81C5830}" sibTransId="{6BCF5965-410F-4849-ABC9-155C1697FA0B}"/>
    <dgm:cxn modelId="{97243F48-3B3A-43CF-B131-DD7BB180EB90}" type="presOf" srcId="{9D8929A9-CE09-42D9-8B16-7D06180C739F}" destId="{00F5E6C2-A462-44E6-A4B1-9CA92269E709}" srcOrd="1" destOrd="0" presId="urn:microsoft.com/office/officeart/2005/8/layout/vProcess5"/>
    <dgm:cxn modelId="{9D62EA52-486C-4B62-83E0-48772EE2CA1B}" type="presOf" srcId="{3CDA62FB-3A60-45DC-8AC2-1EF6EC11E44E}" destId="{B5F0BF7D-C013-43D4-A72F-F4E03E79CC2B}" srcOrd="0" destOrd="0" presId="urn:microsoft.com/office/officeart/2005/8/layout/vProcess5"/>
    <dgm:cxn modelId="{166DB28A-17B3-4659-8F48-1A64E8E38FAD}" type="presOf" srcId="{1474F71F-B190-49E0-95C1-B559CA0F3963}" destId="{7C5A2501-7A8C-4901-8DEC-F0E20EFE78DF}" srcOrd="1" destOrd="0" presId="urn:microsoft.com/office/officeart/2005/8/layout/vProcess5"/>
    <dgm:cxn modelId="{DFC7EA9E-7B3C-47A4-B88F-4611A7D11D02}" type="presOf" srcId="{6BCF5965-410F-4849-ABC9-155C1697FA0B}" destId="{606B862F-886C-4841-A32D-9DA5F3FABC00}" srcOrd="0" destOrd="0" presId="urn:microsoft.com/office/officeart/2005/8/layout/vProcess5"/>
    <dgm:cxn modelId="{D71B5DAC-A32E-4236-A297-1508A7D323BC}" type="presOf" srcId="{9D8929A9-CE09-42D9-8B16-7D06180C739F}" destId="{82EF8BBD-8417-4DB6-AF72-0D42B95136B0}" srcOrd="0" destOrd="0" presId="urn:microsoft.com/office/officeart/2005/8/layout/vProcess5"/>
    <dgm:cxn modelId="{67FAD4CE-E1C2-4266-821F-C319EE9969B0}" type="presOf" srcId="{3CDA62FB-3A60-45DC-8AC2-1EF6EC11E44E}" destId="{5CD7E5A2-143C-4935-A845-823500B3DFC9}" srcOrd="1" destOrd="0" presId="urn:microsoft.com/office/officeart/2005/8/layout/vProcess5"/>
    <dgm:cxn modelId="{5F1D15C3-3BA9-417A-A569-0B9CC0D58191}" type="presParOf" srcId="{C7AFC262-7C57-468F-97ED-5EF0D7282AFC}" destId="{BC93D174-CF1B-438C-97CC-8C6F90401A0C}" srcOrd="0" destOrd="0" presId="urn:microsoft.com/office/officeart/2005/8/layout/vProcess5"/>
    <dgm:cxn modelId="{79F06B75-D5B4-432E-A9ED-5E9346788632}" type="presParOf" srcId="{C7AFC262-7C57-468F-97ED-5EF0D7282AFC}" destId="{AF35CEF7-3DC6-468D-A4C6-FD1DE5CBF341}" srcOrd="1" destOrd="0" presId="urn:microsoft.com/office/officeart/2005/8/layout/vProcess5"/>
    <dgm:cxn modelId="{4FD199A3-A897-47AF-B35E-F668AE750F58}" type="presParOf" srcId="{C7AFC262-7C57-468F-97ED-5EF0D7282AFC}" destId="{82EF8BBD-8417-4DB6-AF72-0D42B95136B0}" srcOrd="2" destOrd="0" presId="urn:microsoft.com/office/officeart/2005/8/layout/vProcess5"/>
    <dgm:cxn modelId="{0D1A861C-C7EE-42C3-A5EF-B770E8338137}" type="presParOf" srcId="{C7AFC262-7C57-468F-97ED-5EF0D7282AFC}" destId="{B5F0BF7D-C013-43D4-A72F-F4E03E79CC2B}" srcOrd="3" destOrd="0" presId="urn:microsoft.com/office/officeart/2005/8/layout/vProcess5"/>
    <dgm:cxn modelId="{629BCBD2-8E20-4D7B-9F7F-A145752B02FE}" type="presParOf" srcId="{C7AFC262-7C57-468F-97ED-5EF0D7282AFC}" destId="{606B862F-886C-4841-A32D-9DA5F3FABC00}" srcOrd="4" destOrd="0" presId="urn:microsoft.com/office/officeart/2005/8/layout/vProcess5"/>
    <dgm:cxn modelId="{47CE2AD3-38F9-4816-949E-DF4237FFC096}" type="presParOf" srcId="{C7AFC262-7C57-468F-97ED-5EF0D7282AFC}" destId="{0D23440A-FA0F-44DB-9369-9BC0DDEC009F}" srcOrd="5" destOrd="0" presId="urn:microsoft.com/office/officeart/2005/8/layout/vProcess5"/>
    <dgm:cxn modelId="{E631E6CC-5936-4202-82A2-531E9DDA6EC0}" type="presParOf" srcId="{C7AFC262-7C57-468F-97ED-5EF0D7282AFC}" destId="{7C5A2501-7A8C-4901-8DEC-F0E20EFE78DF}" srcOrd="6" destOrd="0" presId="urn:microsoft.com/office/officeart/2005/8/layout/vProcess5"/>
    <dgm:cxn modelId="{CD042565-64CA-493F-85AE-BEBA3AF54D26}" type="presParOf" srcId="{C7AFC262-7C57-468F-97ED-5EF0D7282AFC}" destId="{00F5E6C2-A462-44E6-A4B1-9CA92269E709}" srcOrd="7" destOrd="0" presId="urn:microsoft.com/office/officeart/2005/8/layout/vProcess5"/>
    <dgm:cxn modelId="{BDEF8D86-18F8-4311-8CD4-1BAB46FE83E3}" type="presParOf" srcId="{C7AFC262-7C57-468F-97ED-5EF0D7282AFC}" destId="{5CD7E5A2-143C-4935-A845-823500B3DFC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5CEF7-3DC6-468D-A4C6-FD1DE5CBF341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American Community Survey, 5-year data (2018-2022)</a:t>
          </a:r>
        </a:p>
      </dsp:txBody>
      <dsp:txXfrm>
        <a:off x="36841" y="36841"/>
        <a:ext cx="7931345" cy="1184159"/>
      </dsp:txXfrm>
    </dsp:sp>
    <dsp:sp modelId="{82EF8BBD-8417-4DB6-AF72-0D42B95136B0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Data from the US Census Bureau</a:t>
          </a:r>
        </a:p>
      </dsp:txBody>
      <dsp:txXfrm>
        <a:off x="856428" y="1504322"/>
        <a:ext cx="7577788" cy="1184159"/>
      </dsp:txXfrm>
    </dsp:sp>
    <dsp:sp modelId="{B5F0BF7D-C013-43D4-A72F-F4E03E79CC2B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 accessed through tidycensus R package</a:t>
          </a:r>
        </a:p>
      </dsp:txBody>
      <dsp:txXfrm>
        <a:off x="1676015" y="2971804"/>
        <a:ext cx="7577788" cy="1184159"/>
      </dsp:txXfrm>
    </dsp:sp>
    <dsp:sp modelId="{606B862F-886C-4841-A32D-9DA5F3FABC00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0D23440A-FA0F-44DB-9369-9BC0DDEC009F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57E8C-BC88-444D-82E2-E203FB5E350F}">
      <dsp:nvSpPr>
        <dsp:cNvPr id="0" name=""/>
        <dsp:cNvSpPr/>
      </dsp:nvSpPr>
      <dsp:spPr>
        <a:xfrm>
          <a:off x="0" y="488484"/>
          <a:ext cx="10927829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37388" rIns="84812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See what demographics can be used to identify vulnerable households</a:t>
          </a:r>
        </a:p>
      </dsp:txBody>
      <dsp:txXfrm>
        <a:off x="0" y="488484"/>
        <a:ext cx="10927829" cy="893025"/>
      </dsp:txXfrm>
    </dsp:sp>
    <dsp:sp modelId="{7C20F89F-7896-4EFC-9C66-B3B960E47127}">
      <dsp:nvSpPr>
        <dsp:cNvPr id="0" name=""/>
        <dsp:cNvSpPr/>
      </dsp:nvSpPr>
      <dsp:spPr>
        <a:xfrm>
          <a:off x="546391" y="178524"/>
          <a:ext cx="76494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State and local policymakers</a:t>
          </a:r>
        </a:p>
      </dsp:txBody>
      <dsp:txXfrm>
        <a:off x="576653" y="208786"/>
        <a:ext cx="7588956" cy="559396"/>
      </dsp:txXfrm>
    </dsp:sp>
    <dsp:sp modelId="{9DAEF7D8-F522-4BD8-814D-7E1BE7D72B44}">
      <dsp:nvSpPr>
        <dsp:cNvPr id="0" name=""/>
        <dsp:cNvSpPr/>
      </dsp:nvSpPr>
      <dsp:spPr>
        <a:xfrm>
          <a:off x="0" y="1804870"/>
          <a:ext cx="10927829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37388" rIns="84812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Further validate (or refute) relationships among certain variables and income</a:t>
          </a:r>
        </a:p>
      </dsp:txBody>
      <dsp:txXfrm>
        <a:off x="0" y="1804870"/>
        <a:ext cx="10927829" cy="893025"/>
      </dsp:txXfrm>
    </dsp:sp>
    <dsp:sp modelId="{BD571CD8-80D6-42CE-A067-619968A67E65}">
      <dsp:nvSpPr>
        <dsp:cNvPr id="0" name=""/>
        <dsp:cNvSpPr/>
      </dsp:nvSpPr>
      <dsp:spPr>
        <a:xfrm>
          <a:off x="546391" y="1494909"/>
          <a:ext cx="76494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 dirty="0"/>
            <a:t>Labor economists</a:t>
          </a:r>
        </a:p>
      </dsp:txBody>
      <dsp:txXfrm>
        <a:off x="576653" y="1525171"/>
        <a:ext cx="7588956" cy="559396"/>
      </dsp:txXfrm>
    </dsp:sp>
    <dsp:sp modelId="{700AA609-ABDE-46CF-9617-0FE983C09752}">
      <dsp:nvSpPr>
        <dsp:cNvPr id="0" name=""/>
        <dsp:cNvSpPr/>
      </dsp:nvSpPr>
      <dsp:spPr>
        <a:xfrm>
          <a:off x="0" y="3121255"/>
          <a:ext cx="10927829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37388" rIns="84812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Understand income demographics and tailor their services accordingly</a:t>
          </a:r>
        </a:p>
      </dsp:txBody>
      <dsp:txXfrm>
        <a:off x="0" y="3121255"/>
        <a:ext cx="10927829" cy="893025"/>
      </dsp:txXfrm>
    </dsp:sp>
    <dsp:sp modelId="{63B3806C-7CAB-4C36-9D69-9F7E199B0C01}">
      <dsp:nvSpPr>
        <dsp:cNvPr id="0" name=""/>
        <dsp:cNvSpPr/>
      </dsp:nvSpPr>
      <dsp:spPr>
        <a:xfrm>
          <a:off x="546391" y="2811295"/>
          <a:ext cx="764948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Financial services companies</a:t>
          </a:r>
        </a:p>
      </dsp:txBody>
      <dsp:txXfrm>
        <a:off x="576653" y="2841557"/>
        <a:ext cx="7588956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D860E-0E16-4253-BFA4-29F6094917A6}">
      <dsp:nvSpPr>
        <dsp:cNvPr id="0" name=""/>
        <dsp:cNvSpPr/>
      </dsp:nvSpPr>
      <dsp:spPr>
        <a:xfrm>
          <a:off x="4108" y="81605"/>
          <a:ext cx="2470500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Source</a:t>
          </a:r>
        </a:p>
      </dsp:txBody>
      <dsp:txXfrm>
        <a:off x="4108" y="81605"/>
        <a:ext cx="2470500" cy="633600"/>
      </dsp:txXfrm>
    </dsp:sp>
    <dsp:sp modelId="{9B08B88F-D5DC-4794-9F58-01D52A8AB363}">
      <dsp:nvSpPr>
        <dsp:cNvPr id="0" name=""/>
        <dsp:cNvSpPr/>
      </dsp:nvSpPr>
      <dsp:spPr>
        <a:xfrm>
          <a:off x="4108" y="715205"/>
          <a:ext cx="2470500" cy="3395993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2018–2022 5-year ACS data accessed via the tidycensus package</a:t>
          </a:r>
        </a:p>
      </dsp:txBody>
      <dsp:txXfrm>
        <a:off x="4108" y="715205"/>
        <a:ext cx="2470500" cy="3395993"/>
      </dsp:txXfrm>
    </dsp:sp>
    <dsp:sp modelId="{A8C77BD5-F8CF-4F08-87ED-D776A56875FB}">
      <dsp:nvSpPr>
        <dsp:cNvPr id="0" name=""/>
        <dsp:cNvSpPr/>
      </dsp:nvSpPr>
      <dsp:spPr>
        <a:xfrm>
          <a:off x="2820479" y="81605"/>
          <a:ext cx="2470500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Unit of analysis</a:t>
          </a:r>
        </a:p>
      </dsp:txBody>
      <dsp:txXfrm>
        <a:off x="2820479" y="81605"/>
        <a:ext cx="2470500" cy="633600"/>
      </dsp:txXfrm>
    </dsp:sp>
    <dsp:sp modelId="{20358609-1544-449F-B855-69CE1256D558}">
      <dsp:nvSpPr>
        <dsp:cNvPr id="0" name=""/>
        <dsp:cNvSpPr/>
      </dsp:nvSpPr>
      <dsp:spPr>
        <a:xfrm>
          <a:off x="2820479" y="715205"/>
          <a:ext cx="2470500" cy="3395993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Annual household income</a:t>
          </a:r>
        </a:p>
      </dsp:txBody>
      <dsp:txXfrm>
        <a:off x="2820479" y="715205"/>
        <a:ext cx="2470500" cy="3395993"/>
      </dsp:txXfrm>
    </dsp:sp>
    <dsp:sp modelId="{F8E76F84-A051-4041-BBB1-90A7EC1DEF68}">
      <dsp:nvSpPr>
        <dsp:cNvPr id="0" name=""/>
        <dsp:cNvSpPr/>
      </dsp:nvSpPr>
      <dsp:spPr>
        <a:xfrm>
          <a:off x="5636849" y="81605"/>
          <a:ext cx="2470500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Sample</a:t>
          </a:r>
        </a:p>
      </dsp:txBody>
      <dsp:txXfrm>
        <a:off x="5636849" y="81605"/>
        <a:ext cx="2470500" cy="633600"/>
      </dsp:txXfrm>
    </dsp:sp>
    <dsp:sp modelId="{BD2C54F2-886C-49FA-B017-4DD89304FB24}">
      <dsp:nvSpPr>
        <dsp:cNvPr id="0" name=""/>
        <dsp:cNvSpPr/>
      </dsp:nvSpPr>
      <dsp:spPr>
        <a:xfrm>
          <a:off x="5636849" y="715205"/>
          <a:ext cx="2470500" cy="3395993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Random 0.10% sample of households from the full ACS file</a:t>
          </a:r>
        </a:p>
      </dsp:txBody>
      <dsp:txXfrm>
        <a:off x="5636849" y="715205"/>
        <a:ext cx="2470500" cy="3395993"/>
      </dsp:txXfrm>
    </dsp:sp>
    <dsp:sp modelId="{F6872931-9498-4C0D-9F4D-B1FA5F8A2F06}">
      <dsp:nvSpPr>
        <dsp:cNvPr id="0" name=""/>
        <dsp:cNvSpPr/>
      </dsp:nvSpPr>
      <dsp:spPr>
        <a:xfrm>
          <a:off x="8453219" y="81605"/>
          <a:ext cx="2470500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Restrictions</a:t>
          </a:r>
        </a:p>
      </dsp:txBody>
      <dsp:txXfrm>
        <a:off x="8453219" y="81605"/>
        <a:ext cx="2470500" cy="633600"/>
      </dsp:txXfrm>
    </dsp:sp>
    <dsp:sp modelId="{6E2981D1-39CC-43CA-9C0A-418631D35053}">
      <dsp:nvSpPr>
        <dsp:cNvPr id="0" name=""/>
        <dsp:cNvSpPr/>
      </dsp:nvSpPr>
      <dsp:spPr>
        <a:xfrm>
          <a:off x="8453219" y="715205"/>
          <a:ext cx="2470500" cy="3395993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Only households with positive reported income and complete information on all predictors used in the models</a:t>
          </a:r>
        </a:p>
      </dsp:txBody>
      <dsp:txXfrm>
        <a:off x="8453219" y="715205"/>
        <a:ext cx="2470500" cy="33959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E1E00-3DBC-4FBC-978C-5336A37C351E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Demographic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Age, race, sex, marital status</a:t>
          </a:r>
        </a:p>
      </dsp:txBody>
      <dsp:txXfrm>
        <a:off x="307345" y="1546"/>
        <a:ext cx="3222855" cy="1933713"/>
      </dsp:txXfrm>
    </dsp:sp>
    <dsp:sp modelId="{1E43CBAA-C6CE-4A53-A9D5-4EB39184D590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Education level</a:t>
          </a:r>
        </a:p>
      </dsp:txBody>
      <dsp:txXfrm>
        <a:off x="3852486" y="1546"/>
        <a:ext cx="3222855" cy="1933713"/>
      </dsp:txXfrm>
    </dsp:sp>
    <dsp:sp modelId="{3EE6B84E-658E-4A43-8223-399F8920CC68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Employment status</a:t>
          </a:r>
        </a:p>
      </dsp:txBody>
      <dsp:txXfrm>
        <a:off x="7397627" y="1546"/>
        <a:ext cx="3222855" cy="1933713"/>
      </dsp:txXfrm>
    </dsp:sp>
    <dsp:sp modelId="{2C87B7F2-F77E-4FF2-B66C-442B381E007F}">
      <dsp:nvSpPr>
        <dsp:cNvPr id="0" name=""/>
        <dsp:cNvSpPr/>
      </dsp:nvSpPr>
      <dsp:spPr>
        <a:xfrm>
          <a:off x="2079915" y="2257545"/>
          <a:ext cx="3222855" cy="1933713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Number of people per household</a:t>
          </a:r>
        </a:p>
      </dsp:txBody>
      <dsp:txXfrm>
        <a:off x="2079915" y="2257545"/>
        <a:ext cx="3222855" cy="1933713"/>
      </dsp:txXfrm>
    </dsp:sp>
    <dsp:sp modelId="{E83452E2-C384-4484-A86C-036F0A3E9068}">
      <dsp:nvSpPr>
        <dsp:cNvPr id="0" name=""/>
        <dsp:cNvSpPr/>
      </dsp:nvSpPr>
      <dsp:spPr>
        <a:xfrm>
          <a:off x="5625057" y="2257545"/>
          <a:ext cx="3222855" cy="193371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Housing structure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Home ownership, number of vehicles</a:t>
          </a:r>
        </a:p>
      </dsp:txBody>
      <dsp:txXfrm>
        <a:off x="5625057" y="2257545"/>
        <a:ext cx="3222855" cy="19337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4944C-29D7-4640-9FAF-F2DFF85222DB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Explore the dataset</a:t>
          </a:r>
        </a:p>
      </dsp:txBody>
      <dsp:txXfrm>
        <a:off x="307345" y="1546"/>
        <a:ext cx="3222855" cy="1933713"/>
      </dsp:txXfrm>
    </dsp:sp>
    <dsp:sp modelId="{EE6D0E5F-95FB-43FE-B1E5-07570C4B3977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Find the best model</a:t>
          </a:r>
        </a:p>
      </dsp:txBody>
      <dsp:txXfrm>
        <a:off x="3852486" y="1546"/>
        <a:ext cx="3222855" cy="1933713"/>
      </dsp:txXfrm>
    </dsp:sp>
    <dsp:sp modelId="{D2DDD113-A0E4-4E31-9A74-CBFA587FC68F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Why is that model the best?</a:t>
          </a:r>
        </a:p>
      </dsp:txBody>
      <dsp:txXfrm>
        <a:off x="7397627" y="1546"/>
        <a:ext cx="3222855" cy="1933713"/>
      </dsp:txXfrm>
    </dsp:sp>
    <dsp:sp modelId="{B3A35FB5-FA62-4280-958D-82E752BDF954}">
      <dsp:nvSpPr>
        <dsp:cNvPr id="0" name=""/>
        <dsp:cNvSpPr/>
      </dsp:nvSpPr>
      <dsp:spPr>
        <a:xfrm>
          <a:off x="2079915" y="2257545"/>
          <a:ext cx="3222855" cy="193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Apply the model to testing data</a:t>
          </a:r>
        </a:p>
      </dsp:txBody>
      <dsp:txXfrm>
        <a:off x="2079915" y="2257545"/>
        <a:ext cx="3222855" cy="1933713"/>
      </dsp:txXfrm>
    </dsp:sp>
    <dsp:sp modelId="{89910B69-3F66-4447-8EFE-89CE2D94D210}">
      <dsp:nvSpPr>
        <dsp:cNvPr id="0" name=""/>
        <dsp:cNvSpPr/>
      </dsp:nvSpPr>
      <dsp:spPr>
        <a:xfrm>
          <a:off x="5625057" y="2257545"/>
          <a:ext cx="3222855" cy="193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Derive key, actionable insights</a:t>
          </a:r>
        </a:p>
      </dsp:txBody>
      <dsp:txXfrm>
        <a:off x="5625057" y="2257545"/>
        <a:ext cx="3222855" cy="19337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7A632-9460-4D3C-8459-253F20060BA9}">
      <dsp:nvSpPr>
        <dsp:cNvPr id="0" name=""/>
        <dsp:cNvSpPr/>
      </dsp:nvSpPr>
      <dsp:spPr>
        <a:xfrm flipV="1"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10800000">
        <a:off x="3628399" y="732861"/>
        <a:ext cx="33687" cy="295692"/>
      </dsp:txXfrm>
    </dsp:sp>
    <dsp:sp modelId="{B2E17F94-87DB-49A5-9E9B-7A74933B1BC2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observations with missing or invalid income</a:t>
          </a:r>
        </a:p>
      </dsp:txBody>
      <dsp:txXfrm>
        <a:off x="396080" y="1893"/>
        <a:ext cx="2929383" cy="1757630"/>
      </dsp:txXfrm>
    </dsp:sp>
    <dsp:sp modelId="{00360138-ACFC-483F-9028-B24A84AB9B00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231541" y="877339"/>
        <a:ext cx="33687" cy="6737"/>
      </dsp:txXfrm>
    </dsp:sp>
    <dsp:sp modelId="{4CD6BA8A-0BF5-47B5-B7FB-02F6D77B0EC3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observations without complete information on all predictors</a:t>
          </a:r>
        </a:p>
      </dsp:txBody>
      <dsp:txXfrm>
        <a:off x="3999222" y="1893"/>
        <a:ext cx="2929383" cy="1757630"/>
      </dsp:txXfrm>
    </dsp:sp>
    <dsp:sp modelId="{B0DFE2E9-D89D-4CE1-BA23-35CAA5EF534E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282971" y="2075933"/>
        <a:ext cx="361885" cy="6737"/>
      </dsp:txXfrm>
    </dsp:sp>
    <dsp:sp modelId="{FA9A99DB-CF81-478E-8A82-261CBCF8CB05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logarithm of income data to account for income data being highly right-skewed</a:t>
          </a:r>
        </a:p>
      </dsp:txBody>
      <dsp:txXfrm>
        <a:off x="7602364" y="1893"/>
        <a:ext cx="2929383" cy="1757630"/>
      </dsp:txXfrm>
    </dsp:sp>
    <dsp:sp modelId="{5650379E-9A5A-41A9-AF47-7B08B3D703F3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28399" y="3308728"/>
        <a:ext cx="33687" cy="6737"/>
      </dsp:txXfrm>
    </dsp:sp>
    <dsp:sp modelId="{3A347577-8974-4E73-A697-787087A5F562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 data back into dollar units when testing</a:t>
          </a:r>
        </a:p>
      </dsp:txBody>
      <dsp:txXfrm>
        <a:off x="396080" y="2433281"/>
        <a:ext cx="2929383" cy="1757630"/>
      </dsp:txXfrm>
    </dsp:sp>
    <dsp:sp modelId="{6F4D5C5F-5296-495E-B0C7-E8B385CB5272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Derive introductory analysis – what factors should we be searching for?</a:t>
          </a:r>
        </a:p>
      </dsp:txBody>
      <dsp:txXfrm>
        <a:off x="3999222" y="2433281"/>
        <a:ext cx="2929383" cy="17576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A7A4B-1552-471C-BB2F-A10B55126E70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0715E-087B-45E8-A76D-18FAAE59375F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Must manually encode in categories (proper x-axis labels)</a:t>
          </a:r>
        </a:p>
      </dsp:txBody>
      <dsp:txXfrm>
        <a:off x="765914" y="2943510"/>
        <a:ext cx="4320000" cy="720000"/>
      </dsp:txXfrm>
    </dsp:sp>
    <dsp:sp modelId="{56435775-6279-4623-990F-B508ED8BCE1C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64E48-FE10-4D2B-8B89-29682C694033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Beneficial to split final analysis into income groups</a:t>
          </a:r>
        </a:p>
      </dsp:txBody>
      <dsp:txXfrm>
        <a:off x="5841914" y="2943510"/>
        <a:ext cx="432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D860E-0E16-4253-BFA4-29F6094917A6}">
      <dsp:nvSpPr>
        <dsp:cNvPr id="0" name=""/>
        <dsp:cNvSpPr/>
      </dsp:nvSpPr>
      <dsp:spPr>
        <a:xfrm>
          <a:off x="4108" y="356983"/>
          <a:ext cx="247050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Random forest</a:t>
          </a:r>
        </a:p>
      </dsp:txBody>
      <dsp:txXfrm>
        <a:off x="4108" y="356983"/>
        <a:ext cx="2470500" cy="576000"/>
      </dsp:txXfrm>
    </dsp:sp>
    <dsp:sp modelId="{9B08B88F-D5DC-4794-9F58-01D52A8AB363}">
      <dsp:nvSpPr>
        <dsp:cNvPr id="0" name=""/>
        <dsp:cNvSpPr/>
      </dsp:nvSpPr>
      <dsp:spPr>
        <a:xfrm>
          <a:off x="4108" y="932983"/>
          <a:ext cx="2470500" cy="29028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Provides benchmark on how income can be predicted with certain features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Tree-based model, splits into smaller groups</a:t>
          </a:r>
        </a:p>
      </dsp:txBody>
      <dsp:txXfrm>
        <a:off x="4108" y="932983"/>
        <a:ext cx="2470500" cy="2902837"/>
      </dsp:txXfrm>
    </dsp:sp>
    <dsp:sp modelId="{3F710D7E-6177-450B-A25A-B8DBED2A0750}">
      <dsp:nvSpPr>
        <dsp:cNvPr id="0" name=""/>
        <dsp:cNvSpPr/>
      </dsp:nvSpPr>
      <dsp:spPr>
        <a:xfrm>
          <a:off x="2820479" y="356983"/>
          <a:ext cx="247050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Linear regression</a:t>
          </a:r>
        </a:p>
      </dsp:txBody>
      <dsp:txXfrm>
        <a:off x="2820479" y="356983"/>
        <a:ext cx="2470500" cy="576000"/>
      </dsp:txXfrm>
    </dsp:sp>
    <dsp:sp modelId="{C4FCDE2C-BE39-4E52-A586-05B85D61E378}">
      <dsp:nvSpPr>
        <dsp:cNvPr id="0" name=""/>
        <dsp:cNvSpPr/>
      </dsp:nvSpPr>
      <dsp:spPr>
        <a:xfrm>
          <a:off x="2820479" y="932983"/>
          <a:ext cx="2470500" cy="29028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Basic and full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Provides another benchmark to determine how linearity compares to a tree-based model</a:t>
          </a:r>
        </a:p>
      </dsp:txBody>
      <dsp:txXfrm>
        <a:off x="2820479" y="932983"/>
        <a:ext cx="2470500" cy="2902837"/>
      </dsp:txXfrm>
    </dsp:sp>
    <dsp:sp modelId="{2544D91D-9129-46C6-8C84-78FFF9232470}">
      <dsp:nvSpPr>
        <dsp:cNvPr id="0" name=""/>
        <dsp:cNvSpPr/>
      </dsp:nvSpPr>
      <dsp:spPr>
        <a:xfrm>
          <a:off x="5636849" y="356983"/>
          <a:ext cx="247050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Lasso regression</a:t>
          </a:r>
        </a:p>
      </dsp:txBody>
      <dsp:txXfrm>
        <a:off x="5636849" y="356983"/>
        <a:ext cx="2470500" cy="576000"/>
      </dsp:txXfrm>
    </dsp:sp>
    <dsp:sp modelId="{252F6CC6-B147-4842-833E-D983B3A4596D}">
      <dsp:nvSpPr>
        <dsp:cNvPr id="0" name=""/>
        <dsp:cNvSpPr/>
      </dsp:nvSpPr>
      <dsp:spPr>
        <a:xfrm>
          <a:off x="5636849" y="932983"/>
          <a:ext cx="2470500" cy="29028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Similar to the linear model, but will shrink weaker variables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Tests whether a simpler and regularized version of linearity generalizes better</a:t>
          </a:r>
        </a:p>
      </dsp:txBody>
      <dsp:txXfrm>
        <a:off x="5636849" y="932983"/>
        <a:ext cx="2470500" cy="2902837"/>
      </dsp:txXfrm>
    </dsp:sp>
    <dsp:sp modelId="{948A0497-DEAC-49F1-8440-7E7BCB53118F}">
      <dsp:nvSpPr>
        <dsp:cNvPr id="0" name=""/>
        <dsp:cNvSpPr/>
      </dsp:nvSpPr>
      <dsp:spPr>
        <a:xfrm>
          <a:off x="8453219" y="356983"/>
          <a:ext cx="247050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XGBoost</a:t>
          </a:r>
        </a:p>
      </dsp:txBody>
      <dsp:txXfrm>
        <a:off x="8453219" y="356983"/>
        <a:ext cx="2470500" cy="576000"/>
      </dsp:txXfrm>
    </dsp:sp>
    <dsp:sp modelId="{BCE285B0-B81A-4C48-BCF1-A70112ED1AA2}">
      <dsp:nvSpPr>
        <dsp:cNvPr id="0" name=""/>
        <dsp:cNvSpPr/>
      </dsp:nvSpPr>
      <dsp:spPr>
        <a:xfrm>
          <a:off x="8453219" y="932983"/>
          <a:ext cx="2470500" cy="29028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More aggressive tree-based model, but also most sensitive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Ran at the end to ensure the other models were stable</a:t>
          </a:r>
        </a:p>
      </dsp:txBody>
      <dsp:txXfrm>
        <a:off x="8453219" y="932983"/>
        <a:ext cx="2470500" cy="29028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0B539-2074-40BC-B8E4-100E75F88644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Does not try to aptly fit data, but rather tries to keep the most important coefficients</a:t>
          </a:r>
          <a:endParaRPr lang="en-US" sz="2600" kern="1200" dirty="0"/>
        </a:p>
      </dsp:txBody>
      <dsp:txXfrm>
        <a:off x="0" y="1071918"/>
        <a:ext cx="3414946" cy="2048967"/>
      </dsp:txXfrm>
    </dsp:sp>
    <dsp:sp modelId="{BACF075C-9C75-4593-92C0-D311C5CFFF18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Fewer “active” variables – are there any that may need to be eliminated?</a:t>
          </a:r>
        </a:p>
      </dsp:txBody>
      <dsp:txXfrm>
        <a:off x="3756441" y="1071918"/>
        <a:ext cx="3414946" cy="2048967"/>
      </dsp:txXfrm>
    </dsp:sp>
    <dsp:sp modelId="{61B7B6AA-FCC0-4168-9CFF-029188CE6155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Strong predictive performance, no linearity</a:t>
          </a:r>
          <a:endParaRPr lang="en-US" sz="2600" kern="1200" dirty="0"/>
        </a:p>
      </dsp:txBody>
      <dsp:txXfrm>
        <a:off x="7512882" y="1071918"/>
        <a:ext cx="3414946" cy="20489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0B539-2074-40BC-B8E4-100E75F88644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Assumes linearity</a:t>
          </a:r>
          <a:endParaRPr lang="en-US" sz="2600" kern="1200" dirty="0"/>
        </a:p>
      </dsp:txBody>
      <dsp:txXfrm>
        <a:off x="0" y="1071918"/>
        <a:ext cx="3414946" cy="2048967"/>
      </dsp:txXfrm>
    </dsp:sp>
    <dsp:sp modelId="{E3A11A49-B784-458E-B5EC-44C002451B8C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Easy to see how each variable is associated with income and holds others constant</a:t>
          </a:r>
          <a:endParaRPr lang="en-US" sz="2600" kern="1200" dirty="0"/>
        </a:p>
      </dsp:txBody>
      <dsp:txXfrm>
        <a:off x="3756441" y="1071918"/>
        <a:ext cx="3414946" cy="2048967"/>
      </dsp:txXfrm>
    </dsp:sp>
    <dsp:sp modelId="{509F221E-6F9F-4B54-ACF4-CD80997C3376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Serves as a baseline and interpretability benchmark</a:t>
          </a:r>
        </a:p>
      </dsp:txBody>
      <dsp:txXfrm>
        <a:off x="7512882" y="1071918"/>
        <a:ext cx="3414946" cy="20489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0B539-2074-40BC-B8E4-100E75F88644}">
      <dsp:nvSpPr>
        <dsp:cNvPr id="0" name=""/>
        <dsp:cNvSpPr/>
      </dsp:nvSpPr>
      <dsp:spPr>
        <a:xfrm>
          <a:off x="1333" y="535665"/>
          <a:ext cx="5202457" cy="3121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Does not try to aptly fit data, but rather tries to keep the most important coefficients</a:t>
          </a:r>
          <a:endParaRPr lang="en-US" sz="4000" kern="1200" dirty="0"/>
        </a:p>
      </dsp:txBody>
      <dsp:txXfrm>
        <a:off x="1333" y="535665"/>
        <a:ext cx="5202457" cy="3121474"/>
      </dsp:txXfrm>
    </dsp:sp>
    <dsp:sp modelId="{BACF075C-9C75-4593-92C0-D311C5CFFF18}">
      <dsp:nvSpPr>
        <dsp:cNvPr id="0" name=""/>
        <dsp:cNvSpPr/>
      </dsp:nvSpPr>
      <dsp:spPr>
        <a:xfrm>
          <a:off x="5724037" y="535665"/>
          <a:ext cx="5202457" cy="3121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Fewer “active” variables – are there any that may need to be eliminated?</a:t>
          </a:r>
          <a:endParaRPr lang="en-US" sz="4000" kern="1200" dirty="0"/>
        </a:p>
      </dsp:txBody>
      <dsp:txXfrm>
        <a:off x="5724037" y="535665"/>
        <a:ext cx="5202457" cy="31214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0B539-2074-40BC-B8E4-100E75F88644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More aggressive tree-based model</a:t>
          </a:r>
          <a:endParaRPr lang="en-US" sz="2600" kern="1200" dirty="0"/>
        </a:p>
      </dsp:txBody>
      <dsp:txXfrm>
        <a:off x="0" y="1071918"/>
        <a:ext cx="3414946" cy="2048967"/>
      </dsp:txXfrm>
    </dsp:sp>
    <dsp:sp modelId="{13571958-E2CE-4964-9648-F1A822D9724B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Depends heavily on data validation and encoding being effective on other models</a:t>
          </a:r>
          <a:endParaRPr lang="en-US" sz="2600" kern="1200" dirty="0"/>
        </a:p>
      </dsp:txBody>
      <dsp:txXfrm>
        <a:off x="3756441" y="1071918"/>
        <a:ext cx="3414946" cy="2048967"/>
      </dsp:txXfrm>
    </dsp:sp>
    <dsp:sp modelId="{E85FDCBF-EA1E-4E4D-9ED3-88C2EBBB1241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Each new tree is designed to fix errors in the previous tree</a:t>
          </a:r>
          <a:endParaRPr lang="en-US" sz="2600" kern="1200" dirty="0"/>
        </a:p>
      </dsp:txBody>
      <dsp:txXfrm>
        <a:off x="7512882" y="1071918"/>
        <a:ext cx="3414946" cy="20489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0D0E3-367C-4D84-94C3-913F5F0DB03B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EC6D9-A17E-447D-A782-0A5A3DE6C36B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final training set by combining test and validation set</a:t>
          </a:r>
        </a:p>
      </dsp:txBody>
      <dsp:txXfrm>
        <a:off x="59990" y="2654049"/>
        <a:ext cx="3226223" cy="720000"/>
      </dsp:txXfrm>
    </dsp:sp>
    <dsp:sp modelId="{EBC71766-56D3-450F-A46C-3704E0BB0ACB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F3F61-440A-42DA-BC97-826C16D4E132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Fit metrics onto test set</a:t>
          </a:r>
        </a:p>
      </dsp:txBody>
      <dsp:txXfrm>
        <a:off x="3850802" y="2654049"/>
        <a:ext cx="3226223" cy="720000"/>
      </dsp:txXfrm>
    </dsp:sp>
    <dsp:sp modelId="{5A3C0C4C-5195-40AE-85AE-727A38DBC8CE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C5DC8-A918-40B0-9571-A220A305A7EE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Then, convert log income back to regular income scale</a:t>
          </a:r>
        </a:p>
      </dsp:txBody>
      <dsp:txXfrm>
        <a:off x="7641615" y="2654049"/>
        <a:ext cx="3226223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2A272-7E3C-40FC-BFAF-3290AE4A7BD8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 income bands</a:t>
          </a:r>
        </a:p>
      </dsp:txBody>
      <dsp:txXfrm>
        <a:off x="0" y="2530579"/>
        <a:ext cx="10927829" cy="896580"/>
      </dsp:txXfrm>
    </dsp:sp>
    <dsp:sp modelId="{8D13B857-583F-47B4-8FF8-F86DD64340DE}">
      <dsp:nvSpPr>
        <dsp:cNvPr id="0" name=""/>
        <dsp:cNvSpPr/>
      </dsp:nvSpPr>
      <dsp:spPr>
        <a:xfrm>
          <a:off x="5335" y="3393953"/>
          <a:ext cx="3639052" cy="7637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Low income (&lt;$40k)</a:t>
          </a:r>
        </a:p>
      </dsp:txBody>
      <dsp:txXfrm>
        <a:off x="5335" y="3393953"/>
        <a:ext cx="3639052" cy="763753"/>
      </dsp:txXfrm>
    </dsp:sp>
    <dsp:sp modelId="{93524D29-CCCE-4448-82EC-C217047A5D93}">
      <dsp:nvSpPr>
        <dsp:cNvPr id="0" name=""/>
        <dsp:cNvSpPr/>
      </dsp:nvSpPr>
      <dsp:spPr>
        <a:xfrm>
          <a:off x="3644388" y="3393953"/>
          <a:ext cx="3639052" cy="76375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Medium income ($40k-$100k)</a:t>
          </a:r>
        </a:p>
      </dsp:txBody>
      <dsp:txXfrm>
        <a:off x="3644388" y="3393953"/>
        <a:ext cx="3639052" cy="763753"/>
      </dsp:txXfrm>
    </dsp:sp>
    <dsp:sp modelId="{D74F9652-AFE3-4804-9053-A0CBB182E4A1}">
      <dsp:nvSpPr>
        <dsp:cNvPr id="0" name=""/>
        <dsp:cNvSpPr/>
      </dsp:nvSpPr>
      <dsp:spPr>
        <a:xfrm>
          <a:off x="7283440" y="3393953"/>
          <a:ext cx="3639052" cy="76375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 income (&gt;$100k)</a:t>
          </a:r>
        </a:p>
      </dsp:txBody>
      <dsp:txXfrm>
        <a:off x="7283440" y="3393953"/>
        <a:ext cx="3639052" cy="763753"/>
      </dsp:txXfrm>
    </dsp:sp>
    <dsp:sp modelId="{47929065-65E7-4241-BCE8-3CA08EA51D32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Label categorical variables</a:t>
          </a:r>
        </a:p>
      </dsp:txBody>
      <dsp:txXfrm rot="10800000">
        <a:off x="0" y="1890"/>
        <a:ext cx="10927829" cy="16592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5CEF7-3DC6-468D-A4C6-FD1DE5CBF341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Stronger processing power to analyze full data</a:t>
          </a:r>
        </a:p>
      </dsp:txBody>
      <dsp:txXfrm>
        <a:off x="36841" y="36841"/>
        <a:ext cx="7931345" cy="1184159"/>
      </dsp:txXfrm>
    </dsp:sp>
    <dsp:sp modelId="{82EF8BBD-8417-4DB6-AF72-0D42B95136B0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Greater multi-variable correlation emphasis</a:t>
          </a:r>
          <a:endParaRPr lang="en-US" sz="3300" kern="1200" dirty="0"/>
        </a:p>
      </dsp:txBody>
      <dsp:txXfrm>
        <a:off x="856428" y="1504322"/>
        <a:ext cx="7577788" cy="1184159"/>
      </dsp:txXfrm>
    </dsp:sp>
    <dsp:sp modelId="{B5F0BF7D-C013-43D4-A72F-F4E03E79CC2B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State and local level</a:t>
          </a:r>
          <a:endParaRPr lang="en-US" sz="3300" kern="1200" dirty="0"/>
        </a:p>
      </dsp:txBody>
      <dsp:txXfrm>
        <a:off x="1676015" y="2971804"/>
        <a:ext cx="7577788" cy="1184159"/>
      </dsp:txXfrm>
    </dsp:sp>
    <dsp:sp modelId="{606B862F-886C-4841-A32D-9DA5F3FABC00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0D23440A-FA0F-44DB-9369-9BC0DDEC009F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5A2A-195B-2A1F-2B9C-7A819B380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0300F-3D2D-C315-D396-E41C1B8C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62CC0-12BE-4743-F97B-7D6EA9BB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727C-DF67-E10C-E281-660FF53D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39D8C-9B35-D418-9D1C-291F2268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8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CD10-BBE5-BBF7-1270-5635E3C3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2560-EC82-6341-D19D-409932C5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587D6-25B6-055B-525A-69148DAA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3BA4-ECFE-AAFA-22F8-8F24E3D3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24723-1B71-5048-4AF6-A545D129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386E-BE9E-674F-FC5C-1306B4D8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4DB7D-CE20-B266-39EE-045376B13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B3BAA-38D3-0C4C-5B28-7879C760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BECA-EA3D-29BD-2E18-42571108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7490C-D0D0-02F9-FAF5-962B4F88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9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08E2-DFEA-EC01-BE87-BACD28E8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B709-150B-611B-64F1-429D4ECD9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389BA-2C9C-A728-E3DC-409BA8A7F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C40BA-CA3D-7DAF-0C59-F516B649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195DE-CC0A-292F-3B24-78B4811CD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64B3C-6823-15EE-D82D-CB0A3781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6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A7536-1CC0-9FB5-9AD6-8DA9E852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9508-E777-94E9-D57F-5EE49A397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F8739-C69B-5E4E-26B3-2294DEC3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E0C2F-8624-884A-E4B4-B79F445B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34460-9740-A021-53A9-96CF2C18B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7EBFF-9BB7-1F74-9E3E-88C9DC4E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2565D-805E-D141-2AEA-9F371408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30B22-470F-50E9-776D-3C979F61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326E-1FDE-F48A-86DA-87B3E44C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B5FA6-ADBA-73B4-D904-5F5E3ABA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1FED9-51D0-14F9-B83F-0FAE0AAC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D25-042E-EF9C-2455-79DB1E0F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6D4F7-AA3C-1F0F-16EF-F465728A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B579F-5FDC-0625-3D42-F3120167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3EC10-39A1-2A07-DF98-7C8A1A26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7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414D-E21A-923F-4451-234BAD35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75A67-86D7-D166-26CF-5544061C5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829BF-61B8-6329-7B31-420C8D18B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F62F5-87FF-3DA7-B52E-BF1BB7EA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0C02A-E99E-E9F7-2494-3553DDE1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80911-678F-530B-4875-C7CD4D87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7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405D-B644-36E8-B82D-EC602C26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73D15-1841-AC26-9094-6E6FF6E04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ACA5C-8C9A-650F-5531-960149876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48E84-C7E4-6F4F-0375-A1D21BAD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D04C9-D7E3-0B81-37EA-BF4A04D3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64A27-1130-9340-790C-72610C4E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2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0DC9-F5AC-AE44-BC16-A5976F68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8D8F6-4255-9D80-2D1C-6859C6EC0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8194-1AD8-92AC-31FE-54938968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0D77-D873-4664-6294-B85AE63F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21AD0-E190-E8D5-6A40-386F47E7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1D40DD-4A11-830D-047A-407B9E4C6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62947-70DC-417B-F068-4BF16580F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996F2-8A35-BE16-57BE-A62EB2AC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CC01-407A-2115-B0CE-D2F5CE18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D8028-C70D-C46C-2F6F-2221DFE8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C9B7D-4C3F-D386-6404-8DE2B9C7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B0602-51A4-16EC-4E1A-72C700765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84622-7409-C2CF-E237-378C7178F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25A79-BB00-4B22-899B-9A7002F9110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60E12-65EB-AAB4-E77F-63EBB34D3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3F0D-D42A-C2B7-A902-A629FFDC7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29FB7-7292-4C4C-A1A8-26F39F634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0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10E63-6AE2-88E0-67C3-757611E8D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ACS Annual Income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1951D-C033-10E9-FF17-7AC365D41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Trent Steller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74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C75DE-2461-6039-0331-527BD92A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2E0BA60-6281-84D3-9D85-12D6731C3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0723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94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1369A-5785-9D39-8311-E878EECF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Key Stakeholders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B5EBB3-7DAC-09A8-2C06-BA55D74AF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8750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214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6BD9A-B5B7-4B15-7778-C4FD6B52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CC4720-E81E-42AA-0051-D34641289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CCD32-D7AA-6318-8412-FA6593A62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4A4F0-A1F2-7CB8-22F4-59487523C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1852C1-ABD0-7AFD-71AC-29E60694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CBA93-5278-BF18-B5F2-074BCDBD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CAF91-5EBB-50C5-7E65-5353D66A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029E-1E6F-6297-8676-558818E3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6500" b="1" dirty="0"/>
              <a:t>How well can annual household income be predicted based on certain demographic variables?</a:t>
            </a:r>
          </a:p>
        </p:txBody>
      </p:sp>
    </p:spTree>
    <p:extLst>
      <p:ext uri="{BB962C8B-B14F-4D97-AF65-F5344CB8AC3E}">
        <p14:creationId xmlns:p14="http://schemas.microsoft.com/office/powerpoint/2010/main" val="271230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9AA68-3F4B-2391-E445-BE48D65F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61671-5471-2261-7120-AD9D53DFA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7373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999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C4C47-1ED9-757A-059A-9A8C6EF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Variables Analyzed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A7B482-ABC5-899A-9903-2F3B76EFD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7095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814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E2770-C7EA-E143-7048-DB5CFB38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Intended Takeaways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A125DCF-87DC-8E2C-DA28-64F14446A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6698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216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D0D95-E73D-85C6-3E69-491AE936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85A3D-8D89-DD09-DA61-B3523FC9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Data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8260-D784-9972-11B5-7FB6D57D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4400" dirty="0"/>
              <a:t>High volume of data – used 0.10% sample of all data</a:t>
            </a:r>
          </a:p>
          <a:p>
            <a:r>
              <a:rPr lang="en-US" sz="4400" dirty="0"/>
              <a:t>70% train/validate, 30% test</a:t>
            </a:r>
          </a:p>
          <a:p>
            <a:r>
              <a:rPr lang="en-US" sz="4400" dirty="0"/>
              <a:t>80% of train/validate data into training, 20% into validation</a:t>
            </a:r>
          </a:p>
        </p:txBody>
      </p:sp>
    </p:spTree>
    <p:extLst>
      <p:ext uri="{BB962C8B-B14F-4D97-AF65-F5344CB8AC3E}">
        <p14:creationId xmlns:p14="http://schemas.microsoft.com/office/powerpoint/2010/main" val="274592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5DE45-F59A-E86E-0F30-88E4F93A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&amp;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6B9571-D2CD-9F71-DEDB-BA8E42AA8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9487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838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56F0A-F292-BC75-7050-439E4CAE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264F1-CEEF-811B-8236-22ED456C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8318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– Importance of log-scale</a:t>
            </a:r>
          </a:p>
        </p:txBody>
      </p:sp>
      <p:pic>
        <p:nvPicPr>
          <p:cNvPr id="5" name="Content Placeholder 4" descr="A graph of a distribution of household income&#10;&#10;AI-generated content may be incorrect.">
            <a:extLst>
              <a:ext uri="{FF2B5EF4-FFF2-40B4-BE49-F238E27FC236}">
                <a16:creationId xmlns:a16="http://schemas.microsoft.com/office/drawing/2014/main" id="{594E00F0-9495-B226-2F96-3347FF33D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7" name="Picture 6" descr="A graph of a distribution of household income&#10;&#10;AI-generated content may be incorrect.">
            <a:extLst>
              <a:ext uri="{FF2B5EF4-FFF2-40B4-BE49-F238E27FC236}">
                <a16:creationId xmlns:a16="http://schemas.microsoft.com/office/drawing/2014/main" id="{59922DD6-FA3C-77AB-6567-F1C41D8EB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6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75890-BADD-DD09-03F0-1159CE2B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770546-A502-D015-9D70-241EFC0FA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29ACAF-DB6D-AD84-FAFB-EA3FBEDDC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7B001-6D9C-6863-E37E-CBCC0CBFE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97966-A759-1FDB-CB8E-FC7FD63D8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9D7AE1-0916-526A-1982-25E7129A6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59BC1-501B-E9A5-DD07-FC778696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– 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7E768-8CBE-FCFD-E09F-1AD189F8F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439" y="4480560"/>
            <a:ext cx="9724031" cy="2194560"/>
          </a:xfrm>
        </p:spPr>
        <p:txBody>
          <a:bodyPr anchor="ctr">
            <a:normAutofit/>
          </a:bodyPr>
          <a:lstStyle/>
          <a:p>
            <a:r>
              <a:rPr lang="en-US" sz="2500" dirty="0"/>
              <a:t>Rough sense of direction between linear relationships of variable and income</a:t>
            </a:r>
          </a:p>
          <a:p>
            <a:r>
              <a:rPr lang="en-US" sz="2500" dirty="0"/>
              <a:t>Income vs. age: -0.06, no linear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3E922-046A-3883-5D1D-61216B3E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2" y="1789485"/>
            <a:ext cx="11102852" cy="23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8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B51BE-ECF2-6ABA-417E-361CF420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9324C3-E4AC-09BD-DB37-579D0C1F5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CB43EE-D448-9015-96F0-552345F23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9438D-97B8-56CE-B38F-1E9040FD5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ED0F06-A5F1-75A1-D616-BBA9BB9B2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45745B-9452-6B64-C171-762CF6934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C50B0-D5D6-44F5-7917-B3B1AD93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– 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9FCB-FABC-8A9A-ECC4-5C97CE1E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305" y="4663440"/>
            <a:ext cx="9724031" cy="2194560"/>
          </a:xfrm>
        </p:spPr>
        <p:txBody>
          <a:bodyPr anchor="ctr">
            <a:normAutofit fontScale="92500"/>
          </a:bodyPr>
          <a:lstStyle/>
          <a:p>
            <a:r>
              <a:rPr lang="en-US" sz="2500" dirty="0"/>
              <a:t>Income vs. age: -0.065</a:t>
            </a:r>
          </a:p>
          <a:p>
            <a:r>
              <a:rPr lang="en-US" sz="2500" dirty="0"/>
              <a:t>Income vs. number of people in household: 0.181</a:t>
            </a:r>
          </a:p>
          <a:p>
            <a:r>
              <a:rPr lang="en-US" sz="2500" dirty="0"/>
              <a:t>Income vs. number of vehicles: 0.248</a:t>
            </a:r>
          </a:p>
          <a:p>
            <a:r>
              <a:rPr lang="en-US" sz="2500" dirty="0"/>
              <a:t>Number of people in household vs. number of vehicles: 0.359</a:t>
            </a:r>
          </a:p>
          <a:p>
            <a:r>
              <a:rPr lang="en-US" sz="2500" dirty="0"/>
              <a:t>Age of people in household vs. number of people in household: -0.485</a:t>
            </a:r>
          </a:p>
          <a:p>
            <a:endParaRPr lang="en-US"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B29D7-ACE5-8C6A-0DD6-F3B186D0D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2" y="1789485"/>
            <a:ext cx="11102852" cy="23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5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A4FB2-EC26-3D40-0D17-432CB179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7A3F8-77FD-7BDC-97E6-6E9E0B94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7048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– Categorical Analysis</a:t>
            </a:r>
          </a:p>
        </p:txBody>
      </p:sp>
      <p:pic>
        <p:nvPicPr>
          <p:cNvPr id="7" name="Picture 6" descr="A graph of a number of individuals with disabilities&#10;&#10;AI-generated content may be incorrect.">
            <a:extLst>
              <a:ext uri="{FF2B5EF4-FFF2-40B4-BE49-F238E27FC236}">
                <a16:creationId xmlns:a16="http://schemas.microsoft.com/office/drawing/2014/main" id="{97ADBBA0-688B-2F39-87E3-9F4525A8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5" name="Content Placeholder 4" descr="A graph of a graph showing the amount of income by sex&#10;&#10;AI-generated content may be incorrect.">
            <a:extLst>
              <a:ext uri="{FF2B5EF4-FFF2-40B4-BE49-F238E27FC236}">
                <a16:creationId xmlns:a16="http://schemas.microsoft.com/office/drawing/2014/main" id="{72836338-E1DB-140A-6B4A-569E396D8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2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4CDBC-7D45-67AC-05FB-13D3E1B1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BEF03-80C0-A689-B816-39FB2DC8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5778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EDA – Categorical Analysis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4" name="Picture 3" descr="A graph of a graph showing the amount of income&#10;&#10;AI-generated content may be incorrect.">
            <a:extLst>
              <a:ext uri="{FF2B5EF4-FFF2-40B4-BE49-F238E27FC236}">
                <a16:creationId xmlns:a16="http://schemas.microsoft.com/office/drawing/2014/main" id="{E1989F27-1AE4-F990-60B6-D977E97B8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5D882BF-64E1-D6A7-E31A-9829971D5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62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8D7C6-6607-FA82-0691-3043FD5D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C79FC-7888-827C-7883-60D2A90B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What does this tell us?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2DB4F1-8E35-ADAA-5B3E-7F0C7A200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7051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380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CC926-F868-EE7B-F7E8-9537E826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AE3420-8976-8D87-C243-71F0F9D71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1031F-942F-9A63-36B9-7FE0A8684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02C04-0B68-8811-0C54-BF4C86EEC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2E52E-B5AE-AC94-9828-908746B51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6CC14-7F25-EC5E-710D-5000926B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Models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5144FA-49A6-2B40-8A84-95BB82F92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6256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0614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DEE16-1AC6-9521-7337-9B920339B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57C091-D464-C19A-4172-7231B08AF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A1E6E-2D5F-AE1E-60BD-23658EE9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1316B3-D9FE-5E53-9C1E-DB39C8C3D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8FC082-F588-90FC-EEAD-48E34F652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76709-238D-A6C4-10DC-CE16ADCF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Random Forest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C624C44-BC6A-37FB-D685-B1F9B78D2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5009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3742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41099-D736-FB6B-C212-8058CC42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CE88AB-60BC-54F9-FDC2-F8E27EF7F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31AD41-EFD2-232B-8B00-E7375C0E5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9CBFCF-FC7E-3508-92CE-4322FF8D9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1E40AD-7E0D-95A3-26DD-371934B7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B8B4F-097D-B4B3-B3D0-B2063666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Linear Regression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0AC3FFB-8F19-ABE5-FA08-2FA46159C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5222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2796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F5588-CEDA-86AF-A614-3CF48A51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E8E095-C8BC-5DED-F3E9-013209A8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1610CB-6924-C1CB-72F4-A5D96DBF2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32C614-8508-5B92-EAB1-21A992F47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48A526-90DE-D891-1C0B-C603D1F6D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C9815-F7F4-F257-1E70-6A19B3FE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Lasso Regression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C3CE223-C186-EACB-1937-C07F8578B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4285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4886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66C4C-659B-C312-562A-25555835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FFFEAA8-5930-549A-C1FD-2AAB6C13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90714-EADB-25B1-E600-0CFBA008D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0A7CCA-410A-53A9-54EC-B3EB4E390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E375C9-D294-1AE3-C612-C621F318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BB151-341C-C036-9AEF-18D07929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</a:rPr>
              <a:t>XGBoost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D081E4D-495B-928B-FD37-1A95ED877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5716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8469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564C0-3FAD-A991-4AC5-F7D61D5D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4F522-CD01-1F02-217C-D6E795C4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Model Evaluation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C021340-143F-7693-4310-B3F345070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978084"/>
              </p:ext>
            </p:extLst>
          </p:nvPr>
        </p:nvGraphicFramePr>
        <p:xfrm>
          <a:off x="788886" y="2112579"/>
          <a:ext cx="10638169" cy="41928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495789">
                  <a:extLst>
                    <a:ext uri="{9D8B030D-6E8A-4147-A177-3AD203B41FA5}">
                      <a16:colId xmlns:a16="http://schemas.microsoft.com/office/drawing/2014/main" val="2411489022"/>
                    </a:ext>
                  </a:extLst>
                </a:gridCol>
                <a:gridCol w="2835465">
                  <a:extLst>
                    <a:ext uri="{9D8B030D-6E8A-4147-A177-3AD203B41FA5}">
                      <a16:colId xmlns:a16="http://schemas.microsoft.com/office/drawing/2014/main" val="2878652885"/>
                    </a:ext>
                  </a:extLst>
                </a:gridCol>
                <a:gridCol w="3306915">
                  <a:extLst>
                    <a:ext uri="{9D8B030D-6E8A-4147-A177-3AD203B41FA5}">
                      <a16:colId xmlns:a16="http://schemas.microsoft.com/office/drawing/2014/main" val="2374506525"/>
                    </a:ext>
                  </a:extLst>
                </a:gridCol>
              </a:tblGrid>
              <a:tr h="8634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127700" marR="91214" marT="182428" marB="182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rmse_log</a:t>
                      </a:r>
                    </a:p>
                  </a:txBody>
                  <a:tcPr marL="127700" marR="91214" marT="182428" marB="182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mae_log</a:t>
                      </a:r>
                    </a:p>
                  </a:txBody>
                  <a:tcPr marL="127700" marR="91214" marT="182428" marB="182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84271"/>
                  </a:ext>
                </a:extLst>
              </a:tr>
              <a:tr h="665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random_forest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0.850182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0.592891767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235798"/>
                  </a:ext>
                </a:extLst>
              </a:tr>
              <a:tr h="665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full_linear_model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0.852805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0.607596501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635577"/>
                  </a:ext>
                </a:extLst>
              </a:tr>
              <a:tr h="665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lasso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0.853791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0.607771908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615735"/>
                  </a:ext>
                </a:extLst>
              </a:tr>
              <a:tr h="665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basic_linear_model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0.866369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0.616980571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14905"/>
                  </a:ext>
                </a:extLst>
              </a:tr>
              <a:tr h="665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xgboost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0.893397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0.63684682</a:t>
                      </a:r>
                    </a:p>
                  </a:txBody>
                  <a:tcPr marL="127700" marR="91214" marT="45607" marB="1824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34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221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C9035-E3A9-607D-6705-7EDB5F3F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Data 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D7AD0E-AD0D-4266-340F-5F90AB7A9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1513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8346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1D395-16A1-2E21-36CF-7B3E570A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1D040-DDC6-E38A-BCD3-BC26B125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Testing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97C7AD-0652-B14F-C854-B00E902F9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112518"/>
              </p:ext>
            </p:extLst>
          </p:nvPr>
        </p:nvGraphicFramePr>
        <p:xfrm>
          <a:off x="644056" y="3622885"/>
          <a:ext cx="10927831" cy="1172194"/>
        </p:xfrm>
        <a:graphic>
          <a:graphicData uri="http://schemas.openxmlformats.org/drawingml/2006/table">
            <a:tbl>
              <a:tblPr/>
              <a:tblGrid>
                <a:gridCol w="2590529">
                  <a:extLst>
                    <a:ext uri="{9D8B030D-6E8A-4147-A177-3AD203B41FA5}">
                      <a16:colId xmlns:a16="http://schemas.microsoft.com/office/drawing/2014/main" val="2145767284"/>
                    </a:ext>
                  </a:extLst>
                </a:gridCol>
                <a:gridCol w="1742831">
                  <a:extLst>
                    <a:ext uri="{9D8B030D-6E8A-4147-A177-3AD203B41FA5}">
                      <a16:colId xmlns:a16="http://schemas.microsoft.com/office/drawing/2014/main" val="1128860338"/>
                    </a:ext>
                  </a:extLst>
                </a:gridCol>
                <a:gridCol w="1821890">
                  <a:extLst>
                    <a:ext uri="{9D8B030D-6E8A-4147-A177-3AD203B41FA5}">
                      <a16:colId xmlns:a16="http://schemas.microsoft.com/office/drawing/2014/main" val="622527661"/>
                    </a:ext>
                  </a:extLst>
                </a:gridCol>
                <a:gridCol w="2436800">
                  <a:extLst>
                    <a:ext uri="{9D8B030D-6E8A-4147-A177-3AD203B41FA5}">
                      <a16:colId xmlns:a16="http://schemas.microsoft.com/office/drawing/2014/main" val="265523901"/>
                    </a:ext>
                  </a:extLst>
                </a:gridCol>
                <a:gridCol w="2335781">
                  <a:extLst>
                    <a:ext uri="{9D8B030D-6E8A-4147-A177-3AD203B41FA5}">
                      <a16:colId xmlns:a16="http://schemas.microsoft.com/office/drawing/2014/main" val="665589547"/>
                    </a:ext>
                  </a:extLst>
                </a:gridCol>
              </a:tblGrid>
              <a:tr h="586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rmse_log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mae_log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rmse_income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mae_income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033164"/>
                  </a:ext>
                </a:extLst>
              </a:tr>
              <a:tr h="5860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random_forest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0.78626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0.561747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95706.95</a:t>
                      </a:r>
                      <a:endParaRPr lang="en-US" sz="5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53570.52</a:t>
                      </a:r>
                      <a:endParaRPr lang="en-US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083" marR="21083" marT="21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984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532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1CF1E-1153-B2C4-A1D7-79A42B45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ACE6A-03A1-D49A-358A-54CBDB0A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Visualizing Data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0C1F8B8-6ADB-8DEB-317D-D44FF4269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8921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078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1899B-2CC4-E677-6993-8EB904F3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F5292-5542-B0B1-7B33-9D66029C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9842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Visualizations – Income Bands</a:t>
            </a:r>
          </a:p>
        </p:txBody>
      </p:sp>
      <p:pic>
        <p:nvPicPr>
          <p:cNvPr id="5" name="Picture 4" descr="A graph with a number of people in different colors&#10;&#10;AI-generated content may be incorrect.">
            <a:extLst>
              <a:ext uri="{FF2B5EF4-FFF2-40B4-BE49-F238E27FC236}">
                <a16:creationId xmlns:a16="http://schemas.microsoft.com/office/drawing/2014/main" id="{7E635920-20CB-0620-72C2-65008249E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7" name="Picture 6" descr="A graph of income growth&#10;&#10;AI-generated content may be incorrect.">
            <a:extLst>
              <a:ext uri="{FF2B5EF4-FFF2-40B4-BE49-F238E27FC236}">
                <a16:creationId xmlns:a16="http://schemas.microsoft.com/office/drawing/2014/main" id="{7DCB01A9-C9A4-B5E2-9E61-5CC956A0D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32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EAB1B-689B-189E-7F37-088AE382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8672D-6826-4AAD-DCFE-F8942449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89284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Visualizations – Disability</a:t>
            </a:r>
          </a:p>
        </p:txBody>
      </p:sp>
      <p:pic>
        <p:nvPicPr>
          <p:cNvPr id="5" name="Content Placeholder 4" descr="A chart with a number of colored squares&#10;&#10;AI-generated content may be incorrect.">
            <a:extLst>
              <a:ext uri="{FF2B5EF4-FFF2-40B4-BE49-F238E27FC236}">
                <a16:creationId xmlns:a16="http://schemas.microsoft.com/office/drawing/2014/main" id="{1E5B4A03-1D63-41E7-676E-820DC2637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7" name="Picture 6" descr="A graph of a number of people with disabilities&#10;&#10;AI-generated content may be incorrect.">
            <a:extLst>
              <a:ext uri="{FF2B5EF4-FFF2-40B4-BE49-F238E27FC236}">
                <a16:creationId xmlns:a16="http://schemas.microsoft.com/office/drawing/2014/main" id="{DA88FFA1-E7D8-E913-0D38-21F6FEB75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49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1443A-F6A4-24C3-59F3-87DEFDA8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6DD1F-0B2D-874B-919C-A6557624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9334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Visualizations – Education</a:t>
            </a:r>
          </a:p>
        </p:txBody>
      </p:sp>
      <p:pic>
        <p:nvPicPr>
          <p:cNvPr id="5" name="Content Placeholder 4" descr="A graph of income bands&#10;&#10;AI-generated content may be incorrect.">
            <a:extLst>
              <a:ext uri="{FF2B5EF4-FFF2-40B4-BE49-F238E27FC236}">
                <a16:creationId xmlns:a16="http://schemas.microsoft.com/office/drawing/2014/main" id="{B90EF3CD-3A03-0C27-380F-56D3CB0C6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7" name="Picture 6" descr="A graph of a graph showing the amount of income&#10;&#10;AI-generated content may be incorrect.">
            <a:extLst>
              <a:ext uri="{FF2B5EF4-FFF2-40B4-BE49-F238E27FC236}">
                <a16:creationId xmlns:a16="http://schemas.microsoft.com/office/drawing/2014/main" id="{B93B4EC0-ABF2-4F85-BD29-E9001CAD5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56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7AF58-9958-C9FE-F60E-BB492130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9A1D4-C560-BCF0-BED6-E042632A7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2" y="338932"/>
            <a:ext cx="1026292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Visualizations – Employment</a:t>
            </a:r>
          </a:p>
        </p:txBody>
      </p:sp>
      <p:pic>
        <p:nvPicPr>
          <p:cNvPr id="5" name="Content Placeholder 4" descr="A graph of income band shares by employment status&#10;&#10;AI-generated content may be incorrect.">
            <a:extLst>
              <a:ext uri="{FF2B5EF4-FFF2-40B4-BE49-F238E27FC236}">
                <a16:creationId xmlns:a16="http://schemas.microsoft.com/office/drawing/2014/main" id="{6449C960-3A16-E49D-09C4-8E3933E01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7" name="Picture 6" descr="A graph of a number of people with numbers&#10;&#10;AI-generated content may be incorrect.">
            <a:extLst>
              <a:ext uri="{FF2B5EF4-FFF2-40B4-BE49-F238E27FC236}">
                <a16:creationId xmlns:a16="http://schemas.microsoft.com/office/drawing/2014/main" id="{4064A8F0-DFF7-6B2E-3043-2285102A8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60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EF3AE-AA93-2829-098D-0AAF8762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26C64-A948-5F09-5087-F905DE47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78108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Visualizations – Misc</a:t>
            </a:r>
          </a:p>
        </p:txBody>
      </p:sp>
      <p:pic>
        <p:nvPicPr>
          <p:cNvPr id="7" name="Picture 6" descr="A graph of a number of household size bands&#10;&#10;AI-generated content may be incorrect.">
            <a:extLst>
              <a:ext uri="{FF2B5EF4-FFF2-40B4-BE49-F238E27FC236}">
                <a16:creationId xmlns:a16="http://schemas.microsoft.com/office/drawing/2014/main" id="{F187BCFC-6F9E-F433-66CE-0D3C1E834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2" y="2181426"/>
            <a:ext cx="4716974" cy="3997637"/>
          </a:xfrm>
          <a:prstGeom prst="rect">
            <a:avLst/>
          </a:prstGeom>
        </p:spPr>
      </p:pic>
      <p:pic>
        <p:nvPicPr>
          <p:cNvPr id="5" name="Picture 4" descr="A graph of a number of vehicles&#10;&#10;AI-generated content may be incorrect.">
            <a:extLst>
              <a:ext uri="{FF2B5EF4-FFF2-40B4-BE49-F238E27FC236}">
                <a16:creationId xmlns:a16="http://schemas.microsoft.com/office/drawing/2014/main" id="{A69361CA-DD9B-E3CA-2BDB-87C3C80FE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35" y="2181426"/>
            <a:ext cx="471720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56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825C9-E376-F4DC-7354-14AF4214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9502-6FE3-BDD5-D753-2EE52F675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r>
              <a:rPr lang="en-US" sz="4000" dirty="0"/>
              <a:t>Drastic income gap – per the deciles and income gaps</a:t>
            </a:r>
          </a:p>
          <a:p>
            <a:r>
              <a:rPr lang="en-US" sz="4000" dirty="0"/>
              <a:t>The income bands for middle to high income-earners increase by education level</a:t>
            </a:r>
          </a:p>
          <a:p>
            <a:r>
              <a:rPr lang="en-US" sz="4000" dirty="0"/>
              <a:t>Median household income increases as the number of vehicles in the household increases</a:t>
            </a:r>
          </a:p>
        </p:txBody>
      </p:sp>
    </p:spTree>
    <p:extLst>
      <p:ext uri="{BB962C8B-B14F-4D97-AF65-F5344CB8AC3E}">
        <p14:creationId xmlns:p14="http://schemas.microsoft.com/office/powerpoint/2010/main" val="2451249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7F690-0278-EAC8-9209-6C2DB123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00983-C5AF-0CC5-DA06-57C8DD3F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Project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2E336-9FD2-C6A4-A54A-BAF8DC86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r>
              <a:rPr lang="en-US" sz="5000" dirty="0"/>
              <a:t>Observational dataset – results are correlational, not causal</a:t>
            </a:r>
          </a:p>
          <a:p>
            <a:r>
              <a:rPr lang="en-US" sz="5000" dirty="0"/>
              <a:t>Other factors such as location not captured</a:t>
            </a:r>
          </a:p>
          <a:p>
            <a:r>
              <a:rPr lang="en-US" sz="5000" dirty="0"/>
              <a:t>Only a portion of data analyzed</a:t>
            </a:r>
          </a:p>
        </p:txBody>
      </p:sp>
    </p:spTree>
    <p:extLst>
      <p:ext uri="{BB962C8B-B14F-4D97-AF65-F5344CB8AC3E}">
        <p14:creationId xmlns:p14="http://schemas.microsoft.com/office/powerpoint/2010/main" val="846529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29381-1321-B7F7-6592-755623F3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DF5D5A4-12FB-58C2-32F8-A1565A1B9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688ECA-0D37-A6C8-842B-C924575E3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9ADCD5-DE19-8934-F54F-FF15AA0B2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51733D-D089-BDBC-3E3A-23D76D41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BFAAB-7D46-D17E-20B6-7C937B48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Future Analysis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58144A4C-15F6-A582-2077-EF1425D8F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4529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3470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78031-4391-D8D7-6F85-B4F369D8E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Questions?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58D15E04-ABEE-DE3B-08A2-F3D689679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673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813</Words>
  <Application>Microsoft Office PowerPoint</Application>
  <PresentationFormat>Widescreen</PresentationFormat>
  <Paragraphs>149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Aptos Narrow</vt:lpstr>
      <vt:lpstr>Arial</vt:lpstr>
      <vt:lpstr>Office Theme</vt:lpstr>
      <vt:lpstr>ACS Annual Income Project</vt:lpstr>
      <vt:lpstr>Project Overview</vt:lpstr>
      <vt:lpstr>Key Stakeholders</vt:lpstr>
      <vt:lpstr>Project Goal</vt:lpstr>
      <vt:lpstr>Dataset Overview</vt:lpstr>
      <vt:lpstr>Variables Analyzed</vt:lpstr>
      <vt:lpstr>Intended Takeaways</vt:lpstr>
      <vt:lpstr>Data Restrictions</vt:lpstr>
      <vt:lpstr>EDA &amp; Cleaning</vt:lpstr>
      <vt:lpstr>EDA – Importance of log-scale</vt:lpstr>
      <vt:lpstr>EDA – Correlation Matrix</vt:lpstr>
      <vt:lpstr>EDA – Correlation Matrix</vt:lpstr>
      <vt:lpstr>EDA – Categorical Analysis</vt:lpstr>
      <vt:lpstr>EDA – Categorical Analysis</vt:lpstr>
      <vt:lpstr>What does this tell us?</vt:lpstr>
      <vt:lpstr>Models Used</vt:lpstr>
      <vt:lpstr>Random Forest</vt:lpstr>
      <vt:lpstr>Linear Regression</vt:lpstr>
      <vt:lpstr>Lasso Regression</vt:lpstr>
      <vt:lpstr>XGBoost</vt:lpstr>
      <vt:lpstr>Model Evaluation</vt:lpstr>
      <vt:lpstr>Data Testing</vt:lpstr>
      <vt:lpstr>Testing Results</vt:lpstr>
      <vt:lpstr>Visualizing Data</vt:lpstr>
      <vt:lpstr>Visualizations – Income Bands</vt:lpstr>
      <vt:lpstr>Visualizations – Disability</vt:lpstr>
      <vt:lpstr>Visualizations – Education</vt:lpstr>
      <vt:lpstr>Visualizations – Employment</vt:lpstr>
      <vt:lpstr>Visualizations – Misc</vt:lpstr>
      <vt:lpstr>Key Findings</vt:lpstr>
      <vt:lpstr>Project Limitations</vt:lpstr>
      <vt:lpstr>Future Analysis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Trent Steller</dc:creator>
  <cp:lastModifiedBy>Trent Steller</cp:lastModifiedBy>
  <cp:revision>3</cp:revision>
  <dcterms:created xsi:type="dcterms:W3CDTF">2025-12-16T17:21:09Z</dcterms:created>
  <dcterms:modified xsi:type="dcterms:W3CDTF">2025-12-17T18:59:44Z</dcterms:modified>
</cp:coreProperties>
</file>